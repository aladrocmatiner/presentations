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Space Grotesk Light"/>
      <p:regular r:id="rId15"/>
      <p:bold r:id="rId16"/>
    </p:embeddedFont>
    <p:embeddedFont>
      <p:font typeface="Space Grotesk Medium"/>
      <p:regular r:id="rId17"/>
      <p:bold r:id="rId18"/>
    </p:embeddedFont>
    <p:embeddedFont>
      <p:font typeface="Space Grotesk"/>
      <p:regular r:id="rId19"/>
      <p:bold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SpaceGrotesk-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SpaceGroteskLight-regular.fntdata"/><Relationship Id="rId14" Type="http://schemas.openxmlformats.org/officeDocument/2006/relationships/slide" Target="slides/slide9.xml"/><Relationship Id="rId17" Type="http://schemas.openxmlformats.org/officeDocument/2006/relationships/font" Target="fonts/SpaceGroteskMedium-regular.fntdata"/><Relationship Id="rId16" Type="http://schemas.openxmlformats.org/officeDocument/2006/relationships/font" Target="fonts/SpaceGroteskLight-bold.fntdata"/><Relationship Id="rId19" Type="http://schemas.openxmlformats.org/officeDocument/2006/relationships/font" Target="fonts/SpaceGrotesk-regular.fntdata"/><Relationship Id="rId18" Type="http://schemas.openxmlformats.org/officeDocument/2006/relationships/font" Target="fonts/SpaceGroteskMedium-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80ef91c084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80ef91c084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80ef91c08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80ef91c0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80ef91c084_0_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80ef91c084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80ef91c084_0_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380ef91c084_0_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6caf6ea209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6caf6ea20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80ef91c084_0_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80ef91c084_0_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6caf6ea209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36caf6ea209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6caf6ea20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36caf6ea20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80ef91c084_0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380ef91c084_0_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1">
  <p:cSld name="TITLE_1_2">
    <p:bg>
      <p:bgPr>
        <a:solidFill>
          <a:schemeClr val="dk1"/>
        </a:solidFill>
      </p:bgPr>
    </p:bg>
    <p:spTree>
      <p:nvGrpSpPr>
        <p:cNvPr id="9" name="Shape 9"/>
        <p:cNvGrpSpPr/>
        <p:nvPr/>
      </p:nvGrpSpPr>
      <p:grpSpPr>
        <a:xfrm>
          <a:off x="0" y="0"/>
          <a:ext cx="0" cy="0"/>
          <a:chOff x="0" y="0"/>
          <a:chExt cx="0" cy="0"/>
        </a:xfrm>
      </p:grpSpPr>
      <p:sp>
        <p:nvSpPr>
          <p:cNvPr id="10" name="Google Shape;10;p2"/>
          <p:cNvSpPr txBox="1"/>
          <p:nvPr>
            <p:ph type="title"/>
          </p:nvPr>
        </p:nvSpPr>
        <p:spPr>
          <a:xfrm>
            <a:off x="716836" y="2603560"/>
            <a:ext cx="7775700" cy="865200"/>
          </a:xfrm>
          <a:prstGeom prst="rect">
            <a:avLst/>
          </a:prstGeom>
        </p:spPr>
        <p:txBody>
          <a:bodyPr anchorCtr="0" anchor="ctr" bIns="0" lIns="0" spcFirstLastPara="1" rIns="0" wrap="square" tIns="0">
            <a:noAutofit/>
          </a:bodyPr>
          <a:lstStyle>
            <a:lvl1pPr lvl="0">
              <a:lnSpc>
                <a:spcPct val="80000"/>
              </a:lnSpc>
              <a:spcBef>
                <a:spcPts val="0"/>
              </a:spcBef>
              <a:spcAft>
                <a:spcPts val="0"/>
              </a:spcAft>
              <a:buSzPts val="3500"/>
              <a:buFont typeface="Space Grotesk"/>
              <a:buNone/>
              <a:defRPr sz="3500">
                <a:highlight>
                  <a:schemeClr val="accent2"/>
                </a:highlight>
                <a:latin typeface="Space Grotesk"/>
                <a:ea typeface="Space Grotesk"/>
                <a:cs typeface="Space Grotesk"/>
                <a:sym typeface="Space Grotesk"/>
              </a:defRPr>
            </a:lvl1pPr>
            <a:lvl2pPr lvl="1">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2pPr>
            <a:lvl3pPr lvl="2">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3pPr>
            <a:lvl4pPr lvl="3">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4pPr>
            <a:lvl5pPr lvl="4">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5pPr>
            <a:lvl6pPr lvl="5">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6pPr>
            <a:lvl7pPr lvl="6">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7pPr>
            <a:lvl8pPr lvl="7">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8pPr>
            <a:lvl9pPr lvl="8">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9pPr>
          </a:lstStyle>
          <a:p/>
        </p:txBody>
      </p:sp>
      <p:sp>
        <p:nvSpPr>
          <p:cNvPr id="11" name="Google Shape;11;p2"/>
          <p:cNvSpPr txBox="1"/>
          <p:nvPr>
            <p:ph idx="2" type="title"/>
          </p:nvPr>
        </p:nvSpPr>
        <p:spPr>
          <a:xfrm>
            <a:off x="699978" y="4174219"/>
            <a:ext cx="4909500" cy="330300"/>
          </a:xfrm>
          <a:prstGeom prst="rect">
            <a:avLst/>
          </a:prstGeom>
        </p:spPr>
        <p:txBody>
          <a:bodyPr anchorCtr="0" anchor="ctr" bIns="0" lIns="0" spcFirstLastPara="1" rIns="0" wrap="square" tIns="0">
            <a:normAutofit/>
          </a:bodyPr>
          <a:lstStyle>
            <a:lvl1pPr lvl="0">
              <a:lnSpc>
                <a:spcPct val="80000"/>
              </a:lnSpc>
              <a:spcBef>
                <a:spcPts val="0"/>
              </a:spcBef>
              <a:spcAft>
                <a:spcPts val="0"/>
              </a:spcAft>
              <a:buClr>
                <a:schemeClr val="lt2"/>
              </a:buClr>
              <a:buSzPts val="1500"/>
              <a:buFont typeface="Space Grotesk Medium"/>
              <a:buNone/>
              <a:defRPr sz="1500">
                <a:solidFill>
                  <a:schemeClr val="lt2"/>
                </a:solidFill>
              </a:defRPr>
            </a:lvl1pPr>
            <a:lvl2pPr lvl="1">
              <a:spcBef>
                <a:spcPts val="0"/>
              </a:spcBef>
              <a:spcAft>
                <a:spcPts val="0"/>
              </a:spcAft>
              <a:buClr>
                <a:schemeClr val="lt2"/>
              </a:buClr>
              <a:buSzPts val="1500"/>
              <a:buFont typeface="Space Grotesk Medium"/>
              <a:buNone/>
              <a:defRPr sz="1500">
                <a:solidFill>
                  <a:schemeClr val="lt2"/>
                </a:solidFill>
              </a:defRPr>
            </a:lvl2pPr>
            <a:lvl3pPr lvl="2">
              <a:spcBef>
                <a:spcPts val="0"/>
              </a:spcBef>
              <a:spcAft>
                <a:spcPts val="0"/>
              </a:spcAft>
              <a:buClr>
                <a:schemeClr val="lt2"/>
              </a:buClr>
              <a:buSzPts val="1500"/>
              <a:buFont typeface="Space Grotesk Medium"/>
              <a:buNone/>
              <a:defRPr sz="1500">
                <a:solidFill>
                  <a:schemeClr val="lt2"/>
                </a:solidFill>
              </a:defRPr>
            </a:lvl3pPr>
            <a:lvl4pPr lvl="3">
              <a:spcBef>
                <a:spcPts val="0"/>
              </a:spcBef>
              <a:spcAft>
                <a:spcPts val="0"/>
              </a:spcAft>
              <a:buClr>
                <a:schemeClr val="lt2"/>
              </a:buClr>
              <a:buSzPts val="1500"/>
              <a:buFont typeface="Space Grotesk Medium"/>
              <a:buNone/>
              <a:defRPr sz="1500">
                <a:solidFill>
                  <a:schemeClr val="lt2"/>
                </a:solidFill>
              </a:defRPr>
            </a:lvl4pPr>
            <a:lvl5pPr lvl="4">
              <a:spcBef>
                <a:spcPts val="0"/>
              </a:spcBef>
              <a:spcAft>
                <a:spcPts val="0"/>
              </a:spcAft>
              <a:buClr>
                <a:schemeClr val="lt2"/>
              </a:buClr>
              <a:buSzPts val="1500"/>
              <a:buFont typeface="Space Grotesk Medium"/>
              <a:buNone/>
              <a:defRPr sz="1500">
                <a:solidFill>
                  <a:schemeClr val="lt2"/>
                </a:solidFill>
              </a:defRPr>
            </a:lvl5pPr>
            <a:lvl6pPr lvl="5">
              <a:spcBef>
                <a:spcPts val="0"/>
              </a:spcBef>
              <a:spcAft>
                <a:spcPts val="0"/>
              </a:spcAft>
              <a:buClr>
                <a:schemeClr val="lt2"/>
              </a:buClr>
              <a:buSzPts val="1500"/>
              <a:buFont typeface="Space Grotesk Medium"/>
              <a:buNone/>
              <a:defRPr sz="1500">
                <a:solidFill>
                  <a:schemeClr val="lt2"/>
                </a:solidFill>
              </a:defRPr>
            </a:lvl6pPr>
            <a:lvl7pPr lvl="6">
              <a:spcBef>
                <a:spcPts val="0"/>
              </a:spcBef>
              <a:spcAft>
                <a:spcPts val="0"/>
              </a:spcAft>
              <a:buClr>
                <a:schemeClr val="lt2"/>
              </a:buClr>
              <a:buSzPts val="1500"/>
              <a:buFont typeface="Space Grotesk Medium"/>
              <a:buNone/>
              <a:defRPr sz="1500">
                <a:solidFill>
                  <a:schemeClr val="lt2"/>
                </a:solidFill>
              </a:defRPr>
            </a:lvl7pPr>
            <a:lvl8pPr lvl="7">
              <a:spcBef>
                <a:spcPts val="0"/>
              </a:spcBef>
              <a:spcAft>
                <a:spcPts val="0"/>
              </a:spcAft>
              <a:buClr>
                <a:schemeClr val="lt2"/>
              </a:buClr>
              <a:buSzPts val="1500"/>
              <a:buFont typeface="Space Grotesk Medium"/>
              <a:buNone/>
              <a:defRPr sz="1500">
                <a:solidFill>
                  <a:schemeClr val="lt2"/>
                </a:solidFill>
              </a:defRPr>
            </a:lvl8pPr>
            <a:lvl9pPr lvl="8">
              <a:spcBef>
                <a:spcPts val="0"/>
              </a:spcBef>
              <a:spcAft>
                <a:spcPts val="0"/>
              </a:spcAft>
              <a:buClr>
                <a:schemeClr val="lt2"/>
              </a:buClr>
              <a:buSzPts val="1500"/>
              <a:buFont typeface="Space Grotesk Medium"/>
              <a:buNone/>
              <a:defRPr sz="1500">
                <a:solidFill>
                  <a:schemeClr val="lt2"/>
                </a:solidFill>
              </a:defRPr>
            </a:lvl9pPr>
          </a:lstStyle>
          <a:p/>
        </p:txBody>
      </p:sp>
      <p:sp>
        <p:nvSpPr>
          <p:cNvPr id="12" name="Google Shape;12;p2"/>
          <p:cNvSpPr txBox="1"/>
          <p:nvPr>
            <p:ph idx="3" type="title"/>
          </p:nvPr>
        </p:nvSpPr>
        <p:spPr>
          <a:xfrm>
            <a:off x="716836" y="3459250"/>
            <a:ext cx="7673400" cy="6783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3500"/>
              <a:buFont typeface="Space Grotesk"/>
              <a:buNone/>
              <a:defRPr sz="3500">
                <a:highlight>
                  <a:schemeClr val="accent4"/>
                </a:highlight>
                <a:latin typeface="Space Grotesk"/>
                <a:ea typeface="Space Grotesk"/>
                <a:cs typeface="Space Grotesk"/>
                <a:sym typeface="Space Grotesk"/>
              </a:defRPr>
            </a:lvl1pPr>
            <a:lvl2pPr lvl="1">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2pPr>
            <a:lvl3pPr lvl="2">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3pPr>
            <a:lvl4pPr lvl="3">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4pPr>
            <a:lvl5pPr lvl="4">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5pPr>
            <a:lvl6pPr lvl="5">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6pPr>
            <a:lvl7pPr lvl="6">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7pPr>
            <a:lvl8pPr lvl="7">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8pPr>
            <a:lvl9pPr lvl="8">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9pPr>
          </a:lstStyle>
          <a:p/>
        </p:txBody>
      </p:sp>
      <p:sp>
        <p:nvSpPr>
          <p:cNvPr id="13" name="Google Shape;13;p2"/>
          <p:cNvSpPr txBox="1"/>
          <p:nvPr>
            <p:ph idx="4" type="title"/>
          </p:nvPr>
        </p:nvSpPr>
        <p:spPr>
          <a:xfrm>
            <a:off x="699978" y="734269"/>
            <a:ext cx="4299000" cy="18369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lt2"/>
              </a:buClr>
              <a:buSzPts val="2800"/>
              <a:buNone/>
              <a:defRPr sz="7700">
                <a:solidFill>
                  <a:schemeClr val="lt2"/>
                </a:solidFill>
                <a:latin typeface="Space Grotesk"/>
                <a:ea typeface="Space Grotesk"/>
                <a:cs typeface="Space Grotesk"/>
                <a:sym typeface="Space Grotesk"/>
              </a:defRPr>
            </a:lvl1pPr>
            <a:lvl2pPr lvl="1">
              <a:lnSpc>
                <a:spcPct val="115000"/>
              </a:lnSpc>
              <a:spcBef>
                <a:spcPts val="0"/>
              </a:spcBef>
              <a:spcAft>
                <a:spcPts val="0"/>
              </a:spcAft>
              <a:buClr>
                <a:schemeClr val="lt2"/>
              </a:buClr>
              <a:buSzPts val="2800"/>
              <a:buNone/>
              <a:defRPr sz="3900">
                <a:solidFill>
                  <a:schemeClr val="lt2"/>
                </a:solidFill>
                <a:highlight>
                  <a:schemeClr val="accent5"/>
                </a:highlight>
              </a:defRPr>
            </a:lvl2pPr>
            <a:lvl3pPr lvl="2">
              <a:lnSpc>
                <a:spcPct val="115000"/>
              </a:lnSpc>
              <a:spcBef>
                <a:spcPts val="0"/>
              </a:spcBef>
              <a:spcAft>
                <a:spcPts val="0"/>
              </a:spcAft>
              <a:buClr>
                <a:schemeClr val="lt2"/>
              </a:buClr>
              <a:buSzPts val="2800"/>
              <a:buNone/>
              <a:defRPr sz="3900">
                <a:solidFill>
                  <a:schemeClr val="lt2"/>
                </a:solidFill>
                <a:highlight>
                  <a:schemeClr val="accent5"/>
                </a:highlight>
              </a:defRPr>
            </a:lvl3pPr>
            <a:lvl4pPr lvl="3">
              <a:lnSpc>
                <a:spcPct val="115000"/>
              </a:lnSpc>
              <a:spcBef>
                <a:spcPts val="0"/>
              </a:spcBef>
              <a:spcAft>
                <a:spcPts val="0"/>
              </a:spcAft>
              <a:buClr>
                <a:schemeClr val="lt2"/>
              </a:buClr>
              <a:buSzPts val="2800"/>
              <a:buNone/>
              <a:defRPr sz="3900">
                <a:solidFill>
                  <a:schemeClr val="lt2"/>
                </a:solidFill>
                <a:highlight>
                  <a:schemeClr val="accent5"/>
                </a:highlight>
              </a:defRPr>
            </a:lvl4pPr>
            <a:lvl5pPr lvl="4">
              <a:lnSpc>
                <a:spcPct val="115000"/>
              </a:lnSpc>
              <a:spcBef>
                <a:spcPts val="0"/>
              </a:spcBef>
              <a:spcAft>
                <a:spcPts val="0"/>
              </a:spcAft>
              <a:buClr>
                <a:schemeClr val="lt2"/>
              </a:buClr>
              <a:buSzPts val="2800"/>
              <a:buNone/>
              <a:defRPr sz="3900">
                <a:solidFill>
                  <a:schemeClr val="lt2"/>
                </a:solidFill>
                <a:highlight>
                  <a:schemeClr val="accent5"/>
                </a:highlight>
              </a:defRPr>
            </a:lvl5pPr>
            <a:lvl6pPr lvl="5">
              <a:lnSpc>
                <a:spcPct val="115000"/>
              </a:lnSpc>
              <a:spcBef>
                <a:spcPts val="0"/>
              </a:spcBef>
              <a:spcAft>
                <a:spcPts val="0"/>
              </a:spcAft>
              <a:buClr>
                <a:schemeClr val="lt2"/>
              </a:buClr>
              <a:buSzPts val="2800"/>
              <a:buNone/>
              <a:defRPr sz="3900">
                <a:solidFill>
                  <a:schemeClr val="lt2"/>
                </a:solidFill>
                <a:highlight>
                  <a:schemeClr val="accent5"/>
                </a:highlight>
              </a:defRPr>
            </a:lvl6pPr>
            <a:lvl7pPr lvl="6">
              <a:lnSpc>
                <a:spcPct val="115000"/>
              </a:lnSpc>
              <a:spcBef>
                <a:spcPts val="0"/>
              </a:spcBef>
              <a:spcAft>
                <a:spcPts val="0"/>
              </a:spcAft>
              <a:buClr>
                <a:schemeClr val="lt2"/>
              </a:buClr>
              <a:buSzPts val="2800"/>
              <a:buNone/>
              <a:defRPr sz="3900">
                <a:solidFill>
                  <a:schemeClr val="lt2"/>
                </a:solidFill>
                <a:highlight>
                  <a:schemeClr val="accent5"/>
                </a:highlight>
              </a:defRPr>
            </a:lvl7pPr>
            <a:lvl8pPr lvl="7">
              <a:lnSpc>
                <a:spcPct val="115000"/>
              </a:lnSpc>
              <a:spcBef>
                <a:spcPts val="0"/>
              </a:spcBef>
              <a:spcAft>
                <a:spcPts val="0"/>
              </a:spcAft>
              <a:buClr>
                <a:schemeClr val="lt2"/>
              </a:buClr>
              <a:buSzPts val="2800"/>
              <a:buNone/>
              <a:defRPr sz="3900">
                <a:solidFill>
                  <a:schemeClr val="lt2"/>
                </a:solidFill>
                <a:highlight>
                  <a:schemeClr val="accent5"/>
                </a:highlight>
              </a:defRPr>
            </a:lvl8pPr>
            <a:lvl9pPr lvl="8">
              <a:lnSpc>
                <a:spcPct val="115000"/>
              </a:lnSpc>
              <a:spcBef>
                <a:spcPts val="0"/>
              </a:spcBef>
              <a:spcAft>
                <a:spcPts val="0"/>
              </a:spcAft>
              <a:buClr>
                <a:schemeClr val="lt2"/>
              </a:buClr>
              <a:buSzPts val="2800"/>
              <a:buNone/>
              <a:defRPr sz="3900">
                <a:solidFill>
                  <a:schemeClr val="lt2"/>
                </a:solidFill>
                <a:highlight>
                  <a:schemeClr val="accent5"/>
                </a:highlight>
              </a:defRPr>
            </a:lvl9pPr>
          </a:lstStyle>
          <a:p/>
        </p:txBody>
      </p:sp>
      <p:grpSp>
        <p:nvGrpSpPr>
          <p:cNvPr id="14" name="Google Shape;14;p2"/>
          <p:cNvGrpSpPr/>
          <p:nvPr/>
        </p:nvGrpSpPr>
        <p:grpSpPr>
          <a:xfrm>
            <a:off x="6871890" y="501597"/>
            <a:ext cx="139297" cy="110523"/>
            <a:chOff x="2601950" y="1974675"/>
            <a:chExt cx="2474200" cy="1963100"/>
          </a:xfrm>
        </p:grpSpPr>
        <p:sp>
          <p:nvSpPr>
            <p:cNvPr id="15" name="Google Shape;15;p2"/>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6" name="Google Shape;16;p2"/>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7" name="Google Shape;17;p2"/>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 name="Google Shape;18;p2"/>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9" name="Google Shape;19;p2"/>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 name="Google Shape;20;p2"/>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1" name="Google Shape;21;p2"/>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grpSp>
        <p:nvGrpSpPr>
          <p:cNvPr id="22" name="Google Shape;22;p2"/>
          <p:cNvGrpSpPr/>
          <p:nvPr/>
        </p:nvGrpSpPr>
        <p:grpSpPr>
          <a:xfrm>
            <a:off x="7517552" y="1728897"/>
            <a:ext cx="139297" cy="110523"/>
            <a:chOff x="2601950" y="1974675"/>
            <a:chExt cx="2474200" cy="1963100"/>
          </a:xfrm>
        </p:grpSpPr>
        <p:sp>
          <p:nvSpPr>
            <p:cNvPr id="23" name="Google Shape;23;p2"/>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4" name="Google Shape;24;p2"/>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5" name="Google Shape;25;p2"/>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6" name="Google Shape;26;p2"/>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7" name="Google Shape;27;p2"/>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8" name="Google Shape;28;p2"/>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9" name="Google Shape;29;p2"/>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grpSp>
        <p:nvGrpSpPr>
          <p:cNvPr id="30" name="Google Shape;30;p2"/>
          <p:cNvGrpSpPr/>
          <p:nvPr/>
        </p:nvGrpSpPr>
        <p:grpSpPr>
          <a:xfrm>
            <a:off x="4265152" y="4275922"/>
            <a:ext cx="139297" cy="110523"/>
            <a:chOff x="2601950" y="1974675"/>
            <a:chExt cx="2474200" cy="1963100"/>
          </a:xfrm>
        </p:grpSpPr>
        <p:sp>
          <p:nvSpPr>
            <p:cNvPr id="31" name="Google Shape;31;p2"/>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2" name="Google Shape;32;p2"/>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3" name="Google Shape;33;p2"/>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4" name="Google Shape;34;p2"/>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5" name="Google Shape;35;p2"/>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6" name="Google Shape;36;p2"/>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7" name="Google Shape;37;p2"/>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spTree>
  </p:cSld>
  <p:clrMapOvr>
    <a:masterClrMapping/>
  </p:clrMapOvr>
  <p:extLst>
    <p:ext uri="{DCECCB84-F9BA-43D5-87BE-67443E8EF086}">
      <p15:sldGuideLst>
        <p15:guide id="1" orient="horz" pos="159">
          <p15:clr>
            <a:srgbClr val="E46962"/>
          </p15:clr>
        </p15:guide>
        <p15:guide id="2" pos="159">
          <p15:clr>
            <a:srgbClr val="E46962"/>
          </p15:clr>
        </p15:guide>
        <p15:guide id="3" orient="horz" pos="2772">
          <p15:clr>
            <a:srgbClr val="E46962"/>
          </p15:clr>
        </p15:guide>
        <p15:guide id="4" pos="5292">
          <p15:clr>
            <a:srgbClr val="E46962"/>
          </p15:clr>
        </p15:guide>
        <p15:guide id="5" pos="468">
          <p15:clr>
            <a:srgbClr val="E46962"/>
          </p15:clr>
        </p15:guide>
        <p15:guide id="6" pos="5601">
          <p15:clr>
            <a:srgbClr val="E46962"/>
          </p15:clr>
        </p15:guide>
        <p15:guide id="7" orient="horz" pos="468">
          <p15:clr>
            <a:srgbClr val="E46962"/>
          </p15:clr>
        </p15:guide>
        <p15:guide id="8" orient="horz" pos="3081">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
    <p:bg>
      <p:bgPr>
        <a:solidFill>
          <a:schemeClr val="dk1"/>
        </a:solidFill>
      </p:bgPr>
    </p:bg>
    <p:spTree>
      <p:nvGrpSpPr>
        <p:cNvPr id="38" name="Shape 38"/>
        <p:cNvGrpSpPr/>
        <p:nvPr/>
      </p:nvGrpSpPr>
      <p:grpSpPr>
        <a:xfrm>
          <a:off x="0" y="0"/>
          <a:ext cx="0" cy="0"/>
          <a:chOff x="0" y="0"/>
          <a:chExt cx="0" cy="0"/>
        </a:xfrm>
      </p:grpSpPr>
      <p:grpSp>
        <p:nvGrpSpPr>
          <p:cNvPr id="39" name="Google Shape;39;p3"/>
          <p:cNvGrpSpPr/>
          <p:nvPr/>
        </p:nvGrpSpPr>
        <p:grpSpPr>
          <a:xfrm>
            <a:off x="0" y="0"/>
            <a:ext cx="9144000" cy="2859050"/>
            <a:chOff x="0" y="0"/>
            <a:chExt cx="9144000" cy="2859050"/>
          </a:xfrm>
        </p:grpSpPr>
        <p:grpSp>
          <p:nvGrpSpPr>
            <p:cNvPr id="40" name="Google Shape;40;p3"/>
            <p:cNvGrpSpPr/>
            <p:nvPr/>
          </p:nvGrpSpPr>
          <p:grpSpPr>
            <a:xfrm>
              <a:off x="2700100" y="175"/>
              <a:ext cx="6443900" cy="2858875"/>
              <a:chOff x="2700100" y="175"/>
              <a:chExt cx="6443900" cy="2858875"/>
            </a:xfrm>
          </p:grpSpPr>
          <p:sp>
            <p:nvSpPr>
              <p:cNvPr id="41" name="Google Shape;41;p3"/>
              <p:cNvSpPr/>
              <p:nvPr/>
            </p:nvSpPr>
            <p:spPr>
              <a:xfrm>
                <a:off x="2700100" y="1225675"/>
                <a:ext cx="783600" cy="90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42" name="Google Shape;42;p3"/>
              <p:cNvSpPr/>
              <p:nvPr/>
            </p:nvSpPr>
            <p:spPr>
              <a:xfrm>
                <a:off x="3463000" y="1250450"/>
                <a:ext cx="1434000" cy="1608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43" name="Google Shape;43;p3"/>
              <p:cNvSpPr/>
              <p:nvPr/>
            </p:nvSpPr>
            <p:spPr>
              <a:xfrm>
                <a:off x="4636475" y="175"/>
                <a:ext cx="1659300" cy="1398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44" name="Google Shape;44;p3"/>
              <p:cNvSpPr/>
              <p:nvPr/>
            </p:nvSpPr>
            <p:spPr>
              <a:xfrm>
                <a:off x="6295800" y="1399075"/>
                <a:ext cx="783600" cy="730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45" name="Google Shape;45;p3"/>
              <p:cNvSpPr/>
              <p:nvPr/>
            </p:nvSpPr>
            <p:spPr>
              <a:xfrm>
                <a:off x="7745100" y="175"/>
                <a:ext cx="1398900" cy="1398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46" name="Google Shape;46;p3"/>
              <p:cNvSpPr/>
              <p:nvPr/>
            </p:nvSpPr>
            <p:spPr>
              <a:xfrm>
                <a:off x="6961500" y="175"/>
                <a:ext cx="866100" cy="730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grpSp>
          <p:nvGrpSpPr>
            <p:cNvPr id="47" name="Google Shape;47;p3"/>
            <p:cNvGrpSpPr/>
            <p:nvPr/>
          </p:nvGrpSpPr>
          <p:grpSpPr>
            <a:xfrm>
              <a:off x="0" y="0"/>
              <a:ext cx="4896900" cy="2797700"/>
              <a:chOff x="0" y="0"/>
              <a:chExt cx="4896900" cy="2797700"/>
            </a:xfrm>
          </p:grpSpPr>
          <p:sp>
            <p:nvSpPr>
              <p:cNvPr id="48" name="Google Shape;48;p3"/>
              <p:cNvSpPr/>
              <p:nvPr/>
            </p:nvSpPr>
            <p:spPr>
              <a:xfrm>
                <a:off x="0" y="1398800"/>
                <a:ext cx="1398900" cy="1398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49" name="Google Shape;49;p3"/>
              <p:cNvSpPr/>
              <p:nvPr/>
            </p:nvSpPr>
            <p:spPr>
              <a:xfrm>
                <a:off x="1398900" y="0"/>
                <a:ext cx="3498000" cy="1398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grpSp>
      <p:sp>
        <p:nvSpPr>
          <p:cNvPr id="50" name="Google Shape;50;p3"/>
          <p:cNvSpPr txBox="1"/>
          <p:nvPr>
            <p:ph idx="1" type="subTitle"/>
          </p:nvPr>
        </p:nvSpPr>
        <p:spPr>
          <a:xfrm>
            <a:off x="1821150" y="252600"/>
            <a:ext cx="2653500" cy="903600"/>
          </a:xfrm>
          <a:prstGeom prst="rect">
            <a:avLst/>
          </a:prstGeom>
        </p:spPr>
        <p:txBody>
          <a:bodyPr anchorCtr="0" anchor="ctr" bIns="0" lIns="0" spcFirstLastPara="1" rIns="0" wrap="square" tIns="0">
            <a:noAutofit/>
          </a:bodyPr>
          <a:lstStyle>
            <a:lvl1pPr lvl="0">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2pPr>
            <a:lvl3pPr lvl="2">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3pPr>
            <a:lvl4pPr lvl="3">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4pPr>
            <a:lvl5pPr lvl="4">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5pPr>
            <a:lvl6pPr lvl="5">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6pPr>
            <a:lvl7pPr lvl="6">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7pPr>
            <a:lvl8pPr lvl="7">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8pPr>
            <a:lvl9pPr lvl="8">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9pPr>
          </a:lstStyle>
          <a:p/>
        </p:txBody>
      </p:sp>
      <p:sp>
        <p:nvSpPr>
          <p:cNvPr id="51" name="Google Shape;51;p3"/>
          <p:cNvSpPr txBox="1"/>
          <p:nvPr>
            <p:ph type="title"/>
          </p:nvPr>
        </p:nvSpPr>
        <p:spPr>
          <a:xfrm>
            <a:off x="252600" y="4124825"/>
            <a:ext cx="8638800" cy="9036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7700"/>
              <a:buFont typeface="Space Grotesk"/>
              <a:buNone/>
              <a:defRPr sz="7700">
                <a:solidFill>
                  <a:schemeClr val="lt2"/>
                </a:solidFill>
                <a:latin typeface="Space Grotesk"/>
                <a:ea typeface="Space Grotesk"/>
                <a:cs typeface="Space Grotesk"/>
                <a:sym typeface="Space Grotesk"/>
              </a:defRPr>
            </a:lvl1pPr>
            <a:lvl2pPr lvl="1" algn="ctr">
              <a:spcBef>
                <a:spcPts val="0"/>
              </a:spcBef>
              <a:spcAft>
                <a:spcPts val="0"/>
              </a:spcAft>
              <a:buClr>
                <a:schemeClr val="lt2"/>
              </a:buClr>
              <a:buSzPts val="7700"/>
              <a:buNone/>
              <a:defRPr sz="7700">
                <a:solidFill>
                  <a:schemeClr val="lt2"/>
                </a:solidFill>
              </a:defRPr>
            </a:lvl2pPr>
            <a:lvl3pPr lvl="2" algn="ctr">
              <a:spcBef>
                <a:spcPts val="0"/>
              </a:spcBef>
              <a:spcAft>
                <a:spcPts val="0"/>
              </a:spcAft>
              <a:buClr>
                <a:schemeClr val="lt2"/>
              </a:buClr>
              <a:buSzPts val="7700"/>
              <a:buNone/>
              <a:defRPr sz="7700">
                <a:solidFill>
                  <a:schemeClr val="lt2"/>
                </a:solidFill>
              </a:defRPr>
            </a:lvl3pPr>
            <a:lvl4pPr lvl="3" algn="ctr">
              <a:spcBef>
                <a:spcPts val="0"/>
              </a:spcBef>
              <a:spcAft>
                <a:spcPts val="0"/>
              </a:spcAft>
              <a:buClr>
                <a:schemeClr val="lt2"/>
              </a:buClr>
              <a:buSzPts val="7700"/>
              <a:buNone/>
              <a:defRPr sz="7700">
                <a:solidFill>
                  <a:schemeClr val="lt2"/>
                </a:solidFill>
              </a:defRPr>
            </a:lvl4pPr>
            <a:lvl5pPr lvl="4" algn="ctr">
              <a:spcBef>
                <a:spcPts val="0"/>
              </a:spcBef>
              <a:spcAft>
                <a:spcPts val="0"/>
              </a:spcAft>
              <a:buClr>
                <a:schemeClr val="lt2"/>
              </a:buClr>
              <a:buSzPts val="7700"/>
              <a:buNone/>
              <a:defRPr sz="7700">
                <a:solidFill>
                  <a:schemeClr val="lt2"/>
                </a:solidFill>
              </a:defRPr>
            </a:lvl5pPr>
            <a:lvl6pPr lvl="5" algn="ctr">
              <a:spcBef>
                <a:spcPts val="0"/>
              </a:spcBef>
              <a:spcAft>
                <a:spcPts val="0"/>
              </a:spcAft>
              <a:buClr>
                <a:schemeClr val="lt2"/>
              </a:buClr>
              <a:buSzPts val="7700"/>
              <a:buNone/>
              <a:defRPr sz="7700">
                <a:solidFill>
                  <a:schemeClr val="lt2"/>
                </a:solidFill>
              </a:defRPr>
            </a:lvl6pPr>
            <a:lvl7pPr lvl="6" algn="ctr">
              <a:spcBef>
                <a:spcPts val="0"/>
              </a:spcBef>
              <a:spcAft>
                <a:spcPts val="0"/>
              </a:spcAft>
              <a:buClr>
                <a:schemeClr val="lt2"/>
              </a:buClr>
              <a:buSzPts val="7700"/>
              <a:buNone/>
              <a:defRPr sz="7700">
                <a:solidFill>
                  <a:schemeClr val="lt2"/>
                </a:solidFill>
              </a:defRPr>
            </a:lvl7pPr>
            <a:lvl8pPr lvl="7" algn="ctr">
              <a:spcBef>
                <a:spcPts val="0"/>
              </a:spcBef>
              <a:spcAft>
                <a:spcPts val="0"/>
              </a:spcAft>
              <a:buClr>
                <a:schemeClr val="lt2"/>
              </a:buClr>
              <a:buSzPts val="7700"/>
              <a:buNone/>
              <a:defRPr sz="7700">
                <a:solidFill>
                  <a:schemeClr val="lt2"/>
                </a:solidFill>
              </a:defRPr>
            </a:lvl8pPr>
            <a:lvl9pPr lvl="8" algn="ctr">
              <a:spcBef>
                <a:spcPts val="0"/>
              </a:spcBef>
              <a:spcAft>
                <a:spcPts val="0"/>
              </a:spcAft>
              <a:buClr>
                <a:schemeClr val="lt2"/>
              </a:buClr>
              <a:buSzPts val="7700"/>
              <a:buNone/>
              <a:defRPr sz="7700">
                <a:solidFill>
                  <a:schemeClr val="lt2"/>
                </a:solidFill>
              </a:defRPr>
            </a:lvl9pPr>
          </a:lstStyle>
          <a:p/>
        </p:txBody>
      </p:sp>
    </p:spTree>
  </p:cSld>
  <p:clrMapOvr>
    <a:masterClrMapping/>
  </p:clrMapOvr>
  <p:extLst>
    <p:ext uri="{DCECCB84-F9BA-43D5-87BE-67443E8EF086}">
      <p15:sldGuideLst>
        <p15:guide id="1" pos="468">
          <p15:clr>
            <a:srgbClr val="E46962"/>
          </p15:clr>
        </p15:guide>
        <p15:guide id="2" orient="horz" pos="468">
          <p15:clr>
            <a:srgbClr val="E46962"/>
          </p15:clr>
        </p15:guide>
        <p15:guide id="3" pos="5601">
          <p15:clr>
            <a:srgbClr val="E46962"/>
          </p15:clr>
        </p15:guide>
        <p15:guide id="4" orient="horz" pos="3081">
          <p15:clr>
            <a:srgbClr val="E46962"/>
          </p15:clr>
        </p15:guide>
        <p15:guide id="5" pos="5292">
          <p15:clr>
            <a:srgbClr val="E46962"/>
          </p15:clr>
        </p15:guide>
        <p15:guide id="6" orient="horz" pos="2772">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 ">
  <p:cSld name="BLANK_1_1_1_1_1_1_1_1_1_1_1_1_1_1_1_1_1">
    <p:spTree>
      <p:nvGrpSpPr>
        <p:cNvPr id="52" name="Shape 52"/>
        <p:cNvGrpSpPr/>
        <p:nvPr/>
      </p:nvGrpSpPr>
      <p:grpSpPr>
        <a:xfrm>
          <a:off x="0" y="0"/>
          <a:ext cx="0" cy="0"/>
          <a:chOff x="0" y="0"/>
          <a:chExt cx="0" cy="0"/>
        </a:xfrm>
      </p:grpSpPr>
      <p:sp>
        <p:nvSpPr>
          <p:cNvPr id="53" name="Google Shape;53;p4"/>
          <p:cNvSpPr/>
          <p:nvPr/>
        </p:nvSpPr>
        <p:spPr>
          <a:xfrm>
            <a:off x="4728000" y="2032675"/>
            <a:ext cx="1408200" cy="14739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grpSp>
        <p:nvGrpSpPr>
          <p:cNvPr id="54" name="Google Shape;54;p4"/>
          <p:cNvGrpSpPr/>
          <p:nvPr/>
        </p:nvGrpSpPr>
        <p:grpSpPr>
          <a:xfrm>
            <a:off x="4153925" y="0"/>
            <a:ext cx="4990175" cy="5143425"/>
            <a:chOff x="4153925" y="0"/>
            <a:chExt cx="4990175" cy="5143425"/>
          </a:xfrm>
        </p:grpSpPr>
        <p:sp>
          <p:nvSpPr>
            <p:cNvPr id="55" name="Google Shape;55;p4"/>
            <p:cNvSpPr/>
            <p:nvPr/>
          </p:nvSpPr>
          <p:spPr>
            <a:xfrm>
              <a:off x="6462300" y="1441775"/>
              <a:ext cx="2681700" cy="11472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56" name="Google Shape;56;p4"/>
            <p:cNvSpPr/>
            <p:nvPr/>
          </p:nvSpPr>
          <p:spPr>
            <a:xfrm>
              <a:off x="6289300" y="2420925"/>
              <a:ext cx="2854800" cy="27225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7" name="Google Shape;57;p4"/>
            <p:cNvSpPr/>
            <p:nvPr/>
          </p:nvSpPr>
          <p:spPr>
            <a:xfrm>
              <a:off x="4153925" y="0"/>
              <a:ext cx="1570200" cy="67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8" name="Google Shape;58;p4"/>
            <p:cNvSpPr/>
            <p:nvPr/>
          </p:nvSpPr>
          <p:spPr>
            <a:xfrm>
              <a:off x="4722625" y="0"/>
              <a:ext cx="4421400" cy="2105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59" name="Google Shape;59;p4"/>
          <p:cNvSpPr txBox="1"/>
          <p:nvPr>
            <p:ph type="title"/>
          </p:nvPr>
        </p:nvSpPr>
        <p:spPr>
          <a:xfrm>
            <a:off x="252600" y="270725"/>
            <a:ext cx="4216200" cy="8652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3500"/>
              <a:buFont typeface="Space Grotesk"/>
              <a:buNone/>
              <a:defRPr sz="3500">
                <a:highlight>
                  <a:schemeClr val="accent4"/>
                </a:highlight>
                <a:latin typeface="Space Grotesk"/>
                <a:ea typeface="Space Grotesk"/>
                <a:cs typeface="Space Grotesk"/>
                <a:sym typeface="Space Grotesk"/>
              </a:defRPr>
            </a:lvl1pPr>
            <a:lvl2pPr lvl="1">
              <a:lnSpc>
                <a:spcPct val="80000"/>
              </a:lnSpc>
              <a:spcBef>
                <a:spcPts val="0"/>
              </a:spcBef>
              <a:spcAft>
                <a:spcPts val="0"/>
              </a:spcAft>
              <a:buSzPts val="3900"/>
              <a:buFont typeface="Space Grotesk Medium"/>
              <a:buNone/>
              <a:defRPr sz="3900">
                <a:highlight>
                  <a:schemeClr val="accent4"/>
                </a:highlight>
              </a:defRPr>
            </a:lvl2pPr>
            <a:lvl3pPr lvl="2">
              <a:lnSpc>
                <a:spcPct val="80000"/>
              </a:lnSpc>
              <a:spcBef>
                <a:spcPts val="0"/>
              </a:spcBef>
              <a:spcAft>
                <a:spcPts val="0"/>
              </a:spcAft>
              <a:buSzPts val="3900"/>
              <a:buFont typeface="Space Grotesk Medium"/>
              <a:buNone/>
              <a:defRPr sz="3900">
                <a:highlight>
                  <a:schemeClr val="accent4"/>
                </a:highlight>
              </a:defRPr>
            </a:lvl3pPr>
            <a:lvl4pPr lvl="3">
              <a:lnSpc>
                <a:spcPct val="80000"/>
              </a:lnSpc>
              <a:spcBef>
                <a:spcPts val="0"/>
              </a:spcBef>
              <a:spcAft>
                <a:spcPts val="0"/>
              </a:spcAft>
              <a:buSzPts val="3900"/>
              <a:buFont typeface="Space Grotesk Medium"/>
              <a:buNone/>
              <a:defRPr sz="3900">
                <a:highlight>
                  <a:schemeClr val="accent4"/>
                </a:highlight>
              </a:defRPr>
            </a:lvl4pPr>
            <a:lvl5pPr lvl="4">
              <a:lnSpc>
                <a:spcPct val="80000"/>
              </a:lnSpc>
              <a:spcBef>
                <a:spcPts val="0"/>
              </a:spcBef>
              <a:spcAft>
                <a:spcPts val="0"/>
              </a:spcAft>
              <a:buSzPts val="3900"/>
              <a:buFont typeface="Space Grotesk Medium"/>
              <a:buNone/>
              <a:defRPr sz="3900">
                <a:highlight>
                  <a:schemeClr val="accent4"/>
                </a:highlight>
              </a:defRPr>
            </a:lvl5pPr>
            <a:lvl6pPr lvl="5">
              <a:lnSpc>
                <a:spcPct val="80000"/>
              </a:lnSpc>
              <a:spcBef>
                <a:spcPts val="0"/>
              </a:spcBef>
              <a:spcAft>
                <a:spcPts val="0"/>
              </a:spcAft>
              <a:buSzPts val="3900"/>
              <a:buFont typeface="Space Grotesk Medium"/>
              <a:buNone/>
              <a:defRPr sz="3900">
                <a:highlight>
                  <a:schemeClr val="accent4"/>
                </a:highlight>
              </a:defRPr>
            </a:lvl6pPr>
            <a:lvl7pPr lvl="6">
              <a:lnSpc>
                <a:spcPct val="80000"/>
              </a:lnSpc>
              <a:spcBef>
                <a:spcPts val="0"/>
              </a:spcBef>
              <a:spcAft>
                <a:spcPts val="0"/>
              </a:spcAft>
              <a:buSzPts val="3900"/>
              <a:buFont typeface="Space Grotesk Medium"/>
              <a:buNone/>
              <a:defRPr sz="3900">
                <a:highlight>
                  <a:schemeClr val="accent4"/>
                </a:highlight>
              </a:defRPr>
            </a:lvl7pPr>
            <a:lvl8pPr lvl="7">
              <a:lnSpc>
                <a:spcPct val="80000"/>
              </a:lnSpc>
              <a:spcBef>
                <a:spcPts val="0"/>
              </a:spcBef>
              <a:spcAft>
                <a:spcPts val="0"/>
              </a:spcAft>
              <a:buSzPts val="3900"/>
              <a:buFont typeface="Space Grotesk Medium"/>
              <a:buNone/>
              <a:defRPr sz="3900">
                <a:highlight>
                  <a:schemeClr val="accent4"/>
                </a:highlight>
              </a:defRPr>
            </a:lvl8pPr>
            <a:lvl9pPr lvl="8">
              <a:lnSpc>
                <a:spcPct val="80000"/>
              </a:lnSpc>
              <a:spcBef>
                <a:spcPts val="0"/>
              </a:spcBef>
              <a:spcAft>
                <a:spcPts val="0"/>
              </a:spcAft>
              <a:buSzPts val="3900"/>
              <a:buFont typeface="Space Grotesk Medium"/>
              <a:buNone/>
              <a:defRPr sz="3900">
                <a:highlight>
                  <a:schemeClr val="accent4"/>
                </a:highlight>
              </a:defRPr>
            </a:lvl9pPr>
          </a:lstStyle>
          <a:p/>
        </p:txBody>
      </p:sp>
      <p:sp>
        <p:nvSpPr>
          <p:cNvPr id="60" name="Google Shape;60;p4"/>
          <p:cNvSpPr txBox="1"/>
          <p:nvPr>
            <p:ph idx="1" type="body"/>
          </p:nvPr>
        </p:nvSpPr>
        <p:spPr>
          <a:xfrm>
            <a:off x="252600" y="1973625"/>
            <a:ext cx="3128700" cy="29172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Font typeface="Space Grotesk Medium"/>
              <a:buChar char="●"/>
              <a:defRPr sz="1000">
                <a:latin typeface="Space Grotesk Medium"/>
                <a:ea typeface="Space Grotesk Medium"/>
                <a:cs typeface="Space Grotesk Medium"/>
                <a:sym typeface="Space Grotesk Medium"/>
              </a:defRPr>
            </a:lvl1pPr>
            <a:lvl2pPr indent="-292100" lvl="1" marL="914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2pPr>
            <a:lvl3pPr indent="-292100" lvl="2" marL="1371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3pPr>
            <a:lvl4pPr indent="-292100" lvl="3" marL="18288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4pPr>
            <a:lvl5pPr indent="-292100" lvl="4" marL="22860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5pPr>
            <a:lvl6pPr indent="-292100" lvl="5" marL="27432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6pPr>
            <a:lvl7pPr indent="-292100" lvl="6" marL="3200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7pPr>
            <a:lvl8pPr indent="-292100" lvl="7" marL="3657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8pPr>
            <a:lvl9pPr indent="-292100" lvl="8" marL="4114800">
              <a:spcBef>
                <a:spcPts val="800"/>
              </a:spcBef>
              <a:spcAft>
                <a:spcPts val="800"/>
              </a:spcAft>
              <a:buSzPts val="1000"/>
              <a:buFont typeface="Space Grotesk Medium"/>
              <a:buChar char="■"/>
              <a:defRPr sz="1000">
                <a:latin typeface="Space Grotesk Medium"/>
                <a:ea typeface="Space Grotesk Medium"/>
                <a:cs typeface="Space Grotesk Medium"/>
                <a:sym typeface="Space Grotesk Medium"/>
              </a:defRPr>
            </a:lvl9pPr>
          </a:lstStyle>
          <a:p/>
        </p:txBody>
      </p:sp>
      <p:sp>
        <p:nvSpPr>
          <p:cNvPr id="61" name="Google Shape;61;p4"/>
          <p:cNvSpPr/>
          <p:nvPr>
            <p:ph idx="2" type="pic"/>
          </p:nvPr>
        </p:nvSpPr>
        <p:spPr>
          <a:xfrm>
            <a:off x="4468800" y="908675"/>
            <a:ext cx="3936300" cy="3116100"/>
          </a:xfrm>
          <a:prstGeom prst="rect">
            <a:avLst/>
          </a:prstGeom>
          <a:noFill/>
          <a:ln>
            <a:noFill/>
          </a:ln>
        </p:spPr>
      </p:sp>
      <p:sp>
        <p:nvSpPr>
          <p:cNvPr id="62" name="Google Shape;62;p4"/>
          <p:cNvSpPr/>
          <p:nvPr>
            <p:ph idx="3" type="pic"/>
          </p:nvPr>
        </p:nvSpPr>
        <p:spPr>
          <a:xfrm>
            <a:off x="4153925" y="1728449"/>
            <a:ext cx="3586800" cy="2672100"/>
          </a:xfrm>
          <a:prstGeom prst="rect">
            <a:avLst/>
          </a:prstGeom>
          <a:noFill/>
          <a:ln>
            <a:noFill/>
          </a:ln>
        </p:spPr>
      </p:sp>
    </p:spTree>
  </p:cSld>
  <p:clrMapOvr>
    <a:masterClrMapping/>
  </p:clrMapOvr>
  <p:extLst>
    <p:ext uri="{DCECCB84-F9BA-43D5-87BE-67443E8EF086}">
      <p15:sldGuideLst>
        <p15:guide id="1" orient="horz" pos="468">
          <p15:clr>
            <a:srgbClr val="E46962"/>
          </p15:clr>
        </p15:guide>
        <p15:guide id="2" pos="468">
          <p15:clr>
            <a:srgbClr val="E46962"/>
          </p15:clr>
        </p15:guide>
        <p15:guide id="3" pos="5601">
          <p15:clr>
            <a:srgbClr val="E46962"/>
          </p15:clr>
        </p15:guide>
        <p15:guide id="4" orient="horz" pos="3081">
          <p15:clr>
            <a:srgbClr val="E46962"/>
          </p15:clr>
        </p15:guide>
        <p15:guide id="5" pos="5292">
          <p15:clr>
            <a:srgbClr val="E46962"/>
          </p15:clr>
        </p15:guide>
        <p15:guide id="6" pos="159">
          <p15:clr>
            <a:srgbClr val="E46962"/>
          </p15:clr>
        </p15:guide>
        <p15:guide id="7" orient="horz" pos="2772">
          <p15:clr>
            <a:srgbClr val="E46962"/>
          </p15:clr>
        </p15:guide>
        <p15:guide id="8" pos="2617">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BLANK_1_1_1_1_1_1_1_1_1_1_1_1_2">
    <p:bg>
      <p:bgPr>
        <a:solidFill>
          <a:schemeClr val="accent2"/>
        </a:solidFill>
      </p:bgPr>
    </p:bg>
    <p:spTree>
      <p:nvGrpSpPr>
        <p:cNvPr id="63" name="Shape 63"/>
        <p:cNvGrpSpPr/>
        <p:nvPr/>
      </p:nvGrpSpPr>
      <p:grpSpPr>
        <a:xfrm>
          <a:off x="0" y="0"/>
          <a:ext cx="0" cy="0"/>
          <a:chOff x="0" y="0"/>
          <a:chExt cx="0" cy="0"/>
        </a:xfrm>
      </p:grpSpPr>
      <p:sp>
        <p:nvSpPr>
          <p:cNvPr id="64" name="Google Shape;64;p5"/>
          <p:cNvSpPr/>
          <p:nvPr/>
        </p:nvSpPr>
        <p:spPr>
          <a:xfrm>
            <a:off x="6462300" y="2136900"/>
            <a:ext cx="2681700" cy="11472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65" name="Google Shape;65;p5"/>
          <p:cNvSpPr/>
          <p:nvPr/>
        </p:nvSpPr>
        <p:spPr>
          <a:xfrm>
            <a:off x="6094200" y="0"/>
            <a:ext cx="3049800" cy="676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Light"/>
              <a:ea typeface="Space Grotesk Light"/>
              <a:cs typeface="Space Grotesk Light"/>
              <a:sym typeface="Space Grotesk Light"/>
            </a:endParaRPr>
          </a:p>
        </p:txBody>
      </p:sp>
      <p:sp>
        <p:nvSpPr>
          <p:cNvPr id="66" name="Google Shape;66;p5"/>
          <p:cNvSpPr/>
          <p:nvPr/>
        </p:nvSpPr>
        <p:spPr>
          <a:xfrm>
            <a:off x="5759200" y="313425"/>
            <a:ext cx="3049800" cy="363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Light"/>
              <a:ea typeface="Space Grotesk Light"/>
              <a:cs typeface="Space Grotesk Light"/>
              <a:sym typeface="Space Grotesk Light"/>
            </a:endParaRPr>
          </a:p>
        </p:txBody>
      </p:sp>
      <p:sp>
        <p:nvSpPr>
          <p:cNvPr id="67" name="Google Shape;67;p5"/>
          <p:cNvSpPr/>
          <p:nvPr/>
        </p:nvSpPr>
        <p:spPr>
          <a:xfrm rot="-5400000">
            <a:off x="5529300" y="2510100"/>
            <a:ext cx="468000" cy="400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68" name="Google Shape;68;p5"/>
          <p:cNvSpPr/>
          <p:nvPr/>
        </p:nvSpPr>
        <p:spPr>
          <a:xfrm>
            <a:off x="4728000" y="2032675"/>
            <a:ext cx="1408200" cy="1473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grpSp>
        <p:nvGrpSpPr>
          <p:cNvPr id="69" name="Google Shape;69;p5"/>
          <p:cNvGrpSpPr/>
          <p:nvPr/>
        </p:nvGrpSpPr>
        <p:grpSpPr>
          <a:xfrm>
            <a:off x="3632100" y="0"/>
            <a:ext cx="5511900" cy="5143525"/>
            <a:chOff x="3632100" y="0"/>
            <a:chExt cx="5511900" cy="5143525"/>
          </a:xfrm>
        </p:grpSpPr>
        <p:sp>
          <p:nvSpPr>
            <p:cNvPr id="70" name="Google Shape;70;p5"/>
            <p:cNvSpPr/>
            <p:nvPr/>
          </p:nvSpPr>
          <p:spPr>
            <a:xfrm>
              <a:off x="6462300" y="1441775"/>
              <a:ext cx="2681700" cy="11472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71" name="Google Shape;71;p5"/>
            <p:cNvSpPr/>
            <p:nvPr/>
          </p:nvSpPr>
          <p:spPr>
            <a:xfrm>
              <a:off x="6462300" y="3103775"/>
              <a:ext cx="2681700" cy="20397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72" name="Google Shape;72;p5"/>
            <p:cNvSpPr/>
            <p:nvPr/>
          </p:nvSpPr>
          <p:spPr>
            <a:xfrm>
              <a:off x="4153925" y="1416600"/>
              <a:ext cx="1570200" cy="676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73" name="Google Shape;73;p5"/>
            <p:cNvSpPr/>
            <p:nvPr/>
          </p:nvSpPr>
          <p:spPr>
            <a:xfrm>
              <a:off x="4196325" y="4236925"/>
              <a:ext cx="2376000" cy="90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74" name="Google Shape;74;p5"/>
            <p:cNvSpPr/>
            <p:nvPr/>
          </p:nvSpPr>
          <p:spPr>
            <a:xfrm>
              <a:off x="3632100" y="0"/>
              <a:ext cx="5511900" cy="1473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75" name="Google Shape;75;p5"/>
          <p:cNvSpPr txBox="1"/>
          <p:nvPr>
            <p:ph idx="1" type="subTitle"/>
          </p:nvPr>
        </p:nvSpPr>
        <p:spPr>
          <a:xfrm>
            <a:off x="160431" y="168104"/>
            <a:ext cx="2653500" cy="792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000"/>
              <a:buFont typeface="Space Grotesk"/>
              <a:buNone/>
              <a:defRPr sz="1000">
                <a:highlight>
                  <a:schemeClr val="lt2"/>
                </a:highlight>
              </a:defRPr>
            </a:lvl1pPr>
            <a:lvl2pPr lvl="1">
              <a:lnSpc>
                <a:spcPct val="100000"/>
              </a:lnSpc>
              <a:spcBef>
                <a:spcPts val="0"/>
              </a:spcBef>
              <a:spcAft>
                <a:spcPts val="0"/>
              </a:spcAft>
              <a:buSzPts val="1500"/>
              <a:buFont typeface="Space Grotesk"/>
              <a:buNone/>
              <a:defRPr sz="1500">
                <a:highlight>
                  <a:schemeClr val="lt2"/>
                </a:highlight>
              </a:defRPr>
            </a:lvl2pPr>
            <a:lvl3pPr lvl="2">
              <a:lnSpc>
                <a:spcPct val="100000"/>
              </a:lnSpc>
              <a:spcBef>
                <a:spcPts val="0"/>
              </a:spcBef>
              <a:spcAft>
                <a:spcPts val="0"/>
              </a:spcAft>
              <a:buSzPts val="1500"/>
              <a:buFont typeface="Space Grotesk"/>
              <a:buNone/>
              <a:defRPr sz="1500">
                <a:highlight>
                  <a:schemeClr val="lt2"/>
                </a:highlight>
              </a:defRPr>
            </a:lvl3pPr>
            <a:lvl4pPr lvl="3">
              <a:lnSpc>
                <a:spcPct val="100000"/>
              </a:lnSpc>
              <a:spcBef>
                <a:spcPts val="0"/>
              </a:spcBef>
              <a:spcAft>
                <a:spcPts val="0"/>
              </a:spcAft>
              <a:buSzPts val="1500"/>
              <a:buFont typeface="Space Grotesk"/>
              <a:buNone/>
              <a:defRPr sz="1500">
                <a:highlight>
                  <a:schemeClr val="lt2"/>
                </a:highlight>
              </a:defRPr>
            </a:lvl4pPr>
            <a:lvl5pPr lvl="4">
              <a:lnSpc>
                <a:spcPct val="100000"/>
              </a:lnSpc>
              <a:spcBef>
                <a:spcPts val="0"/>
              </a:spcBef>
              <a:spcAft>
                <a:spcPts val="0"/>
              </a:spcAft>
              <a:buSzPts val="1500"/>
              <a:buFont typeface="Space Grotesk"/>
              <a:buNone/>
              <a:defRPr sz="1500">
                <a:highlight>
                  <a:schemeClr val="lt2"/>
                </a:highlight>
              </a:defRPr>
            </a:lvl5pPr>
            <a:lvl6pPr lvl="5">
              <a:lnSpc>
                <a:spcPct val="100000"/>
              </a:lnSpc>
              <a:spcBef>
                <a:spcPts val="0"/>
              </a:spcBef>
              <a:spcAft>
                <a:spcPts val="0"/>
              </a:spcAft>
              <a:buSzPts val="1500"/>
              <a:buFont typeface="Space Grotesk"/>
              <a:buNone/>
              <a:defRPr sz="1500">
                <a:highlight>
                  <a:schemeClr val="lt2"/>
                </a:highlight>
              </a:defRPr>
            </a:lvl6pPr>
            <a:lvl7pPr lvl="6">
              <a:lnSpc>
                <a:spcPct val="100000"/>
              </a:lnSpc>
              <a:spcBef>
                <a:spcPts val="0"/>
              </a:spcBef>
              <a:spcAft>
                <a:spcPts val="0"/>
              </a:spcAft>
              <a:buSzPts val="1500"/>
              <a:buFont typeface="Space Grotesk"/>
              <a:buNone/>
              <a:defRPr sz="1500">
                <a:highlight>
                  <a:schemeClr val="lt2"/>
                </a:highlight>
              </a:defRPr>
            </a:lvl7pPr>
            <a:lvl8pPr lvl="7">
              <a:lnSpc>
                <a:spcPct val="100000"/>
              </a:lnSpc>
              <a:spcBef>
                <a:spcPts val="0"/>
              </a:spcBef>
              <a:spcAft>
                <a:spcPts val="0"/>
              </a:spcAft>
              <a:buSzPts val="1500"/>
              <a:buFont typeface="Space Grotesk"/>
              <a:buNone/>
              <a:defRPr sz="1500">
                <a:highlight>
                  <a:schemeClr val="lt2"/>
                </a:highlight>
              </a:defRPr>
            </a:lvl8pPr>
            <a:lvl9pPr lvl="8">
              <a:lnSpc>
                <a:spcPct val="100000"/>
              </a:lnSpc>
              <a:spcBef>
                <a:spcPts val="0"/>
              </a:spcBef>
              <a:spcAft>
                <a:spcPts val="0"/>
              </a:spcAft>
              <a:buSzPts val="1500"/>
              <a:buFont typeface="Space Grotesk"/>
              <a:buNone/>
              <a:defRPr sz="1500">
                <a:highlight>
                  <a:schemeClr val="lt2"/>
                </a:highlight>
              </a:defRPr>
            </a:lvl9pPr>
          </a:lstStyle>
          <a:p/>
        </p:txBody>
      </p:sp>
      <p:sp>
        <p:nvSpPr>
          <p:cNvPr id="76" name="Google Shape;76;p5"/>
          <p:cNvSpPr txBox="1"/>
          <p:nvPr>
            <p:ph idx="2" type="body"/>
          </p:nvPr>
        </p:nvSpPr>
        <p:spPr>
          <a:xfrm>
            <a:off x="252600" y="3797350"/>
            <a:ext cx="3049800" cy="10935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Font typeface="Space Grotesk Medium"/>
              <a:buChar char="●"/>
              <a:defRPr sz="1000">
                <a:latin typeface="Space Grotesk Medium"/>
                <a:ea typeface="Space Grotesk Medium"/>
                <a:cs typeface="Space Grotesk Medium"/>
                <a:sym typeface="Space Grotesk Medium"/>
              </a:defRPr>
            </a:lvl1pPr>
            <a:lvl2pPr indent="-292100" lvl="1" marL="914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2pPr>
            <a:lvl3pPr indent="-292100" lvl="2" marL="1371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3pPr>
            <a:lvl4pPr indent="-292100" lvl="3" marL="18288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4pPr>
            <a:lvl5pPr indent="-292100" lvl="4" marL="22860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5pPr>
            <a:lvl6pPr indent="-292100" lvl="5" marL="27432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6pPr>
            <a:lvl7pPr indent="-292100" lvl="6" marL="3200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7pPr>
            <a:lvl8pPr indent="-292100" lvl="7" marL="3657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8pPr>
            <a:lvl9pPr indent="-292100" lvl="8" marL="4114800">
              <a:spcBef>
                <a:spcPts val="800"/>
              </a:spcBef>
              <a:spcAft>
                <a:spcPts val="800"/>
              </a:spcAft>
              <a:buSzPts val="1000"/>
              <a:buFont typeface="Space Grotesk Medium"/>
              <a:buChar char="■"/>
              <a:defRPr sz="1000">
                <a:latin typeface="Space Grotesk Medium"/>
                <a:ea typeface="Space Grotesk Medium"/>
                <a:cs typeface="Space Grotesk Medium"/>
                <a:sym typeface="Space Grotesk Medium"/>
              </a:defRPr>
            </a:lvl9pPr>
          </a:lstStyle>
          <a:p/>
        </p:txBody>
      </p:sp>
      <p:sp>
        <p:nvSpPr>
          <p:cNvPr id="77" name="Google Shape;77;p5"/>
          <p:cNvSpPr txBox="1"/>
          <p:nvPr>
            <p:ph type="title"/>
          </p:nvPr>
        </p:nvSpPr>
        <p:spPr>
          <a:xfrm>
            <a:off x="252600" y="2841100"/>
            <a:ext cx="4288200" cy="8652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3500"/>
              <a:buFont typeface="Space Grotesk Medium"/>
              <a:buNone/>
              <a:defRPr sz="3500">
                <a:highlight>
                  <a:schemeClr val="lt2"/>
                </a:highlight>
              </a:defRPr>
            </a:lvl1pPr>
            <a:lvl2pPr lvl="1">
              <a:lnSpc>
                <a:spcPct val="80000"/>
              </a:lnSpc>
              <a:spcBef>
                <a:spcPts val="0"/>
              </a:spcBef>
              <a:spcAft>
                <a:spcPts val="0"/>
              </a:spcAft>
              <a:buSzPts val="3900"/>
              <a:buFont typeface="Space Grotesk Medium"/>
              <a:buNone/>
              <a:defRPr sz="3900">
                <a:highlight>
                  <a:schemeClr val="lt2"/>
                </a:highlight>
              </a:defRPr>
            </a:lvl2pPr>
            <a:lvl3pPr lvl="2">
              <a:lnSpc>
                <a:spcPct val="80000"/>
              </a:lnSpc>
              <a:spcBef>
                <a:spcPts val="0"/>
              </a:spcBef>
              <a:spcAft>
                <a:spcPts val="0"/>
              </a:spcAft>
              <a:buSzPts val="3900"/>
              <a:buFont typeface="Space Grotesk Medium"/>
              <a:buNone/>
              <a:defRPr sz="3900">
                <a:highlight>
                  <a:schemeClr val="lt2"/>
                </a:highlight>
              </a:defRPr>
            </a:lvl3pPr>
            <a:lvl4pPr lvl="3">
              <a:lnSpc>
                <a:spcPct val="80000"/>
              </a:lnSpc>
              <a:spcBef>
                <a:spcPts val="0"/>
              </a:spcBef>
              <a:spcAft>
                <a:spcPts val="0"/>
              </a:spcAft>
              <a:buSzPts val="3900"/>
              <a:buFont typeface="Space Grotesk Medium"/>
              <a:buNone/>
              <a:defRPr sz="3900">
                <a:highlight>
                  <a:schemeClr val="lt2"/>
                </a:highlight>
              </a:defRPr>
            </a:lvl4pPr>
            <a:lvl5pPr lvl="4">
              <a:lnSpc>
                <a:spcPct val="80000"/>
              </a:lnSpc>
              <a:spcBef>
                <a:spcPts val="0"/>
              </a:spcBef>
              <a:spcAft>
                <a:spcPts val="0"/>
              </a:spcAft>
              <a:buSzPts val="3900"/>
              <a:buFont typeface="Space Grotesk Medium"/>
              <a:buNone/>
              <a:defRPr sz="3900">
                <a:highlight>
                  <a:schemeClr val="lt2"/>
                </a:highlight>
              </a:defRPr>
            </a:lvl5pPr>
            <a:lvl6pPr lvl="5">
              <a:lnSpc>
                <a:spcPct val="80000"/>
              </a:lnSpc>
              <a:spcBef>
                <a:spcPts val="0"/>
              </a:spcBef>
              <a:spcAft>
                <a:spcPts val="0"/>
              </a:spcAft>
              <a:buSzPts val="3900"/>
              <a:buFont typeface="Space Grotesk Medium"/>
              <a:buNone/>
              <a:defRPr sz="3900">
                <a:highlight>
                  <a:schemeClr val="lt2"/>
                </a:highlight>
              </a:defRPr>
            </a:lvl6pPr>
            <a:lvl7pPr lvl="6">
              <a:lnSpc>
                <a:spcPct val="80000"/>
              </a:lnSpc>
              <a:spcBef>
                <a:spcPts val="0"/>
              </a:spcBef>
              <a:spcAft>
                <a:spcPts val="0"/>
              </a:spcAft>
              <a:buSzPts val="3900"/>
              <a:buFont typeface="Space Grotesk Medium"/>
              <a:buNone/>
              <a:defRPr sz="3900">
                <a:highlight>
                  <a:schemeClr val="lt2"/>
                </a:highlight>
              </a:defRPr>
            </a:lvl7pPr>
            <a:lvl8pPr lvl="7">
              <a:lnSpc>
                <a:spcPct val="80000"/>
              </a:lnSpc>
              <a:spcBef>
                <a:spcPts val="0"/>
              </a:spcBef>
              <a:spcAft>
                <a:spcPts val="0"/>
              </a:spcAft>
              <a:buSzPts val="3900"/>
              <a:buFont typeface="Space Grotesk Medium"/>
              <a:buNone/>
              <a:defRPr sz="3900">
                <a:highlight>
                  <a:schemeClr val="lt2"/>
                </a:highlight>
              </a:defRPr>
            </a:lvl8pPr>
            <a:lvl9pPr lvl="8">
              <a:lnSpc>
                <a:spcPct val="80000"/>
              </a:lnSpc>
              <a:spcBef>
                <a:spcPts val="0"/>
              </a:spcBef>
              <a:spcAft>
                <a:spcPts val="0"/>
              </a:spcAft>
              <a:buSzPts val="3900"/>
              <a:buFont typeface="Space Grotesk Medium"/>
              <a:buNone/>
              <a:defRPr sz="3900">
                <a:highlight>
                  <a:schemeClr val="lt2"/>
                </a:highlight>
              </a:defRPr>
            </a:lvl9pPr>
          </a:lstStyle>
          <a:p/>
        </p:txBody>
      </p:sp>
      <p:sp>
        <p:nvSpPr>
          <p:cNvPr id="78" name="Google Shape;78;p5"/>
          <p:cNvSpPr/>
          <p:nvPr>
            <p:ph idx="3" type="pic"/>
          </p:nvPr>
        </p:nvSpPr>
        <p:spPr>
          <a:xfrm>
            <a:off x="4634854" y="627935"/>
            <a:ext cx="3444300" cy="3271800"/>
          </a:xfrm>
          <a:prstGeom prst="rect">
            <a:avLst/>
          </a:prstGeom>
          <a:noFill/>
          <a:ln>
            <a:noFill/>
          </a:ln>
        </p:spPr>
      </p:sp>
    </p:spTree>
  </p:cSld>
  <p:clrMapOvr>
    <a:masterClrMapping/>
  </p:clrMapOvr>
  <p:extLst>
    <p:ext uri="{DCECCB84-F9BA-43D5-87BE-67443E8EF086}">
      <p15:sldGuideLst>
        <p15:guide id="1" pos="468">
          <p15:clr>
            <a:srgbClr val="E46962"/>
          </p15:clr>
        </p15:guide>
        <p15:guide id="2" orient="horz" pos="468">
          <p15:clr>
            <a:srgbClr val="E46962"/>
          </p15:clr>
        </p15:guide>
        <p15:guide id="3" pos="5601">
          <p15:clr>
            <a:srgbClr val="E46962"/>
          </p15:clr>
        </p15:guide>
        <p15:guide id="4" orient="horz" pos="3081">
          <p15:clr>
            <a:srgbClr val="E46962"/>
          </p15:clr>
        </p15:guide>
        <p15:guide id="5" pos="159">
          <p15:clr>
            <a:srgbClr val="E46962"/>
          </p15:clr>
        </p15:guide>
        <p15:guide id="6" pos="5292">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pt">
  <p:cSld name="ONE_COLUMN_TEXT_1">
    <p:bg>
      <p:bgPr>
        <a:solidFill>
          <a:schemeClr val="accent2"/>
        </a:solidFill>
      </p:bgPr>
    </p:bg>
    <p:spTree>
      <p:nvGrpSpPr>
        <p:cNvPr id="79" name="Shape 79"/>
        <p:cNvGrpSpPr/>
        <p:nvPr/>
      </p:nvGrpSpPr>
      <p:grpSpPr>
        <a:xfrm>
          <a:off x="0" y="0"/>
          <a:ext cx="0" cy="0"/>
          <a:chOff x="0" y="0"/>
          <a:chExt cx="0" cy="0"/>
        </a:xfrm>
      </p:grpSpPr>
      <p:grpSp>
        <p:nvGrpSpPr>
          <p:cNvPr id="80" name="Google Shape;80;p6"/>
          <p:cNvGrpSpPr/>
          <p:nvPr/>
        </p:nvGrpSpPr>
        <p:grpSpPr>
          <a:xfrm>
            <a:off x="2230528" y="1108408"/>
            <a:ext cx="4915231" cy="2940670"/>
            <a:chOff x="2230528" y="1108408"/>
            <a:chExt cx="4915231" cy="2940670"/>
          </a:xfrm>
        </p:grpSpPr>
        <p:sp>
          <p:nvSpPr>
            <p:cNvPr id="81" name="Google Shape;81;p6"/>
            <p:cNvSpPr/>
            <p:nvPr/>
          </p:nvSpPr>
          <p:spPr>
            <a:xfrm>
              <a:off x="3583559" y="2237378"/>
              <a:ext cx="3562200" cy="181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82" name="Google Shape;82;p6"/>
            <p:cNvSpPr/>
            <p:nvPr/>
          </p:nvSpPr>
          <p:spPr>
            <a:xfrm>
              <a:off x="3169759" y="1865553"/>
              <a:ext cx="3562200" cy="181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83" name="Google Shape;83;p6"/>
            <p:cNvSpPr/>
            <p:nvPr/>
          </p:nvSpPr>
          <p:spPr>
            <a:xfrm>
              <a:off x="2715512" y="1415749"/>
              <a:ext cx="3562200" cy="181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84" name="Google Shape;84;p6"/>
            <p:cNvSpPr/>
            <p:nvPr/>
          </p:nvSpPr>
          <p:spPr>
            <a:xfrm>
              <a:off x="2230528" y="1108408"/>
              <a:ext cx="3562200" cy="181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85" name="Google Shape;85;p6"/>
          <p:cNvSpPr txBox="1"/>
          <p:nvPr>
            <p:ph type="title"/>
          </p:nvPr>
        </p:nvSpPr>
        <p:spPr>
          <a:xfrm>
            <a:off x="2420613" y="1299977"/>
            <a:ext cx="4262400" cy="996300"/>
          </a:xfrm>
          <a:prstGeom prst="rect">
            <a:avLst/>
          </a:prstGeom>
        </p:spPr>
        <p:txBody>
          <a:bodyPr anchorCtr="0" anchor="t" bIns="0" lIns="0" spcFirstLastPara="1" rIns="0" wrap="square" tIns="0">
            <a:noAutofit/>
          </a:bodyPr>
          <a:lstStyle>
            <a:lvl1pPr lvl="0">
              <a:lnSpc>
                <a:spcPct val="80000"/>
              </a:lnSpc>
              <a:spcBef>
                <a:spcPts val="0"/>
              </a:spcBef>
              <a:spcAft>
                <a:spcPts val="0"/>
              </a:spcAft>
              <a:buSzPts val="3500"/>
              <a:buFont typeface="Space Grotesk Medium"/>
              <a:buNone/>
              <a:defRPr sz="3500"/>
            </a:lvl1pPr>
            <a:lvl2pPr lvl="1" algn="ctr">
              <a:lnSpc>
                <a:spcPct val="80000"/>
              </a:lnSpc>
              <a:spcBef>
                <a:spcPts val="0"/>
              </a:spcBef>
              <a:spcAft>
                <a:spcPts val="0"/>
              </a:spcAft>
              <a:buSzPts val="3600"/>
              <a:buFont typeface="Space Grotesk Medium"/>
              <a:buNone/>
              <a:defRPr sz="3600"/>
            </a:lvl2pPr>
            <a:lvl3pPr lvl="2" algn="ctr">
              <a:lnSpc>
                <a:spcPct val="80000"/>
              </a:lnSpc>
              <a:spcBef>
                <a:spcPts val="0"/>
              </a:spcBef>
              <a:spcAft>
                <a:spcPts val="0"/>
              </a:spcAft>
              <a:buSzPts val="3600"/>
              <a:buFont typeface="Space Grotesk Medium"/>
              <a:buNone/>
              <a:defRPr sz="3600"/>
            </a:lvl3pPr>
            <a:lvl4pPr lvl="3" algn="ctr">
              <a:lnSpc>
                <a:spcPct val="80000"/>
              </a:lnSpc>
              <a:spcBef>
                <a:spcPts val="0"/>
              </a:spcBef>
              <a:spcAft>
                <a:spcPts val="0"/>
              </a:spcAft>
              <a:buSzPts val="3600"/>
              <a:buFont typeface="Space Grotesk Medium"/>
              <a:buNone/>
              <a:defRPr sz="3600"/>
            </a:lvl4pPr>
            <a:lvl5pPr lvl="4" algn="ctr">
              <a:lnSpc>
                <a:spcPct val="80000"/>
              </a:lnSpc>
              <a:spcBef>
                <a:spcPts val="0"/>
              </a:spcBef>
              <a:spcAft>
                <a:spcPts val="0"/>
              </a:spcAft>
              <a:buSzPts val="3600"/>
              <a:buFont typeface="Space Grotesk Medium"/>
              <a:buNone/>
              <a:defRPr sz="3600"/>
            </a:lvl5pPr>
            <a:lvl6pPr lvl="5" algn="ctr">
              <a:lnSpc>
                <a:spcPct val="80000"/>
              </a:lnSpc>
              <a:spcBef>
                <a:spcPts val="0"/>
              </a:spcBef>
              <a:spcAft>
                <a:spcPts val="0"/>
              </a:spcAft>
              <a:buSzPts val="3600"/>
              <a:buFont typeface="Space Grotesk Medium"/>
              <a:buNone/>
              <a:defRPr sz="3600"/>
            </a:lvl6pPr>
            <a:lvl7pPr lvl="6" algn="ctr">
              <a:lnSpc>
                <a:spcPct val="80000"/>
              </a:lnSpc>
              <a:spcBef>
                <a:spcPts val="0"/>
              </a:spcBef>
              <a:spcAft>
                <a:spcPts val="0"/>
              </a:spcAft>
              <a:buSzPts val="3600"/>
              <a:buFont typeface="Space Grotesk Medium"/>
              <a:buNone/>
              <a:defRPr sz="3600"/>
            </a:lvl7pPr>
            <a:lvl8pPr lvl="7" algn="ctr">
              <a:lnSpc>
                <a:spcPct val="80000"/>
              </a:lnSpc>
              <a:spcBef>
                <a:spcPts val="0"/>
              </a:spcBef>
              <a:spcAft>
                <a:spcPts val="0"/>
              </a:spcAft>
              <a:buSzPts val="3600"/>
              <a:buFont typeface="Space Grotesk Medium"/>
              <a:buNone/>
              <a:defRPr sz="3600"/>
            </a:lvl8pPr>
            <a:lvl9pPr lvl="8" algn="ctr">
              <a:lnSpc>
                <a:spcPct val="80000"/>
              </a:lnSpc>
              <a:spcBef>
                <a:spcPts val="0"/>
              </a:spcBef>
              <a:spcAft>
                <a:spcPts val="0"/>
              </a:spcAft>
              <a:buSzPts val="3600"/>
              <a:buFont typeface="Space Grotesk Medium"/>
              <a:buNone/>
              <a:defRPr sz="3600"/>
            </a:lvl9pPr>
          </a:lstStyle>
          <a:p/>
        </p:txBody>
      </p:sp>
      <p:sp>
        <p:nvSpPr>
          <p:cNvPr id="86" name="Google Shape;86;p6"/>
          <p:cNvSpPr txBox="1"/>
          <p:nvPr>
            <p:ph idx="1" type="body"/>
          </p:nvPr>
        </p:nvSpPr>
        <p:spPr>
          <a:xfrm>
            <a:off x="4192376" y="2436625"/>
            <a:ext cx="1356300" cy="15483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highlight>
                  <a:schemeClr val="lt2"/>
                </a:highlight>
              </a:defRPr>
            </a:lvl1pPr>
            <a:lvl2pPr indent="-292100" lvl="1" marL="914400">
              <a:spcBef>
                <a:spcPts val="0"/>
              </a:spcBef>
              <a:spcAft>
                <a:spcPts val="0"/>
              </a:spcAft>
              <a:buSzPts val="1000"/>
              <a:buFont typeface="Space Grotesk"/>
              <a:buChar char="○"/>
              <a:defRPr sz="1000">
                <a:highlight>
                  <a:schemeClr val="lt2"/>
                </a:highlight>
              </a:defRPr>
            </a:lvl2pPr>
            <a:lvl3pPr indent="-292100" lvl="2" marL="1371600">
              <a:spcBef>
                <a:spcPts val="0"/>
              </a:spcBef>
              <a:spcAft>
                <a:spcPts val="0"/>
              </a:spcAft>
              <a:buSzPts val="1000"/>
              <a:buFont typeface="Space Grotesk"/>
              <a:buChar char="■"/>
              <a:defRPr sz="1000">
                <a:highlight>
                  <a:schemeClr val="lt2"/>
                </a:highlight>
              </a:defRPr>
            </a:lvl3pPr>
            <a:lvl4pPr indent="-292100" lvl="3" marL="1828800">
              <a:spcBef>
                <a:spcPts val="0"/>
              </a:spcBef>
              <a:spcAft>
                <a:spcPts val="0"/>
              </a:spcAft>
              <a:buSzPts val="1000"/>
              <a:buFont typeface="Space Grotesk"/>
              <a:buChar char="●"/>
              <a:defRPr sz="1000">
                <a:highlight>
                  <a:schemeClr val="lt2"/>
                </a:highlight>
              </a:defRPr>
            </a:lvl4pPr>
            <a:lvl5pPr indent="-292100" lvl="4" marL="2286000">
              <a:spcBef>
                <a:spcPts val="0"/>
              </a:spcBef>
              <a:spcAft>
                <a:spcPts val="0"/>
              </a:spcAft>
              <a:buSzPts val="1000"/>
              <a:buFont typeface="Space Grotesk"/>
              <a:buChar char="○"/>
              <a:defRPr sz="1000">
                <a:highlight>
                  <a:schemeClr val="lt2"/>
                </a:highlight>
              </a:defRPr>
            </a:lvl5pPr>
            <a:lvl6pPr indent="-292100" lvl="5" marL="2743200">
              <a:spcBef>
                <a:spcPts val="0"/>
              </a:spcBef>
              <a:spcAft>
                <a:spcPts val="0"/>
              </a:spcAft>
              <a:buSzPts val="1000"/>
              <a:buFont typeface="Space Grotesk"/>
              <a:buChar char="■"/>
              <a:defRPr sz="1000">
                <a:highlight>
                  <a:schemeClr val="lt2"/>
                </a:highlight>
              </a:defRPr>
            </a:lvl6pPr>
            <a:lvl7pPr indent="-292100" lvl="6" marL="3200400">
              <a:spcBef>
                <a:spcPts val="0"/>
              </a:spcBef>
              <a:spcAft>
                <a:spcPts val="0"/>
              </a:spcAft>
              <a:buSzPts val="1000"/>
              <a:buFont typeface="Space Grotesk"/>
              <a:buChar char="●"/>
              <a:defRPr sz="1000">
                <a:highlight>
                  <a:schemeClr val="lt2"/>
                </a:highlight>
              </a:defRPr>
            </a:lvl7pPr>
            <a:lvl8pPr indent="-292100" lvl="7" marL="3657600">
              <a:spcBef>
                <a:spcPts val="0"/>
              </a:spcBef>
              <a:spcAft>
                <a:spcPts val="0"/>
              </a:spcAft>
              <a:buSzPts val="1000"/>
              <a:buFont typeface="Space Grotesk"/>
              <a:buChar char="○"/>
              <a:defRPr sz="1000">
                <a:highlight>
                  <a:schemeClr val="lt2"/>
                </a:highlight>
              </a:defRPr>
            </a:lvl8pPr>
            <a:lvl9pPr indent="-292100" lvl="8" marL="4114800">
              <a:spcBef>
                <a:spcPts val="0"/>
              </a:spcBef>
              <a:spcAft>
                <a:spcPts val="0"/>
              </a:spcAft>
              <a:buSzPts val="1000"/>
              <a:buFont typeface="Space Grotesk"/>
              <a:buChar char="■"/>
              <a:defRPr sz="1000">
                <a:highlight>
                  <a:schemeClr val="lt2"/>
                </a:highlight>
              </a:defRPr>
            </a:lvl9pPr>
          </a:lstStyle>
          <a:p/>
        </p:txBody>
      </p:sp>
      <p:sp>
        <p:nvSpPr>
          <p:cNvPr id="87" name="Google Shape;87;p6"/>
          <p:cNvSpPr txBox="1"/>
          <p:nvPr>
            <p:ph idx="2" type="body"/>
          </p:nvPr>
        </p:nvSpPr>
        <p:spPr>
          <a:xfrm>
            <a:off x="5712456" y="2436625"/>
            <a:ext cx="1356300" cy="15483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highlight>
                  <a:schemeClr val="lt2"/>
                </a:highlight>
              </a:defRPr>
            </a:lvl1pPr>
            <a:lvl2pPr indent="-292100" lvl="1" marL="914400">
              <a:spcBef>
                <a:spcPts val="0"/>
              </a:spcBef>
              <a:spcAft>
                <a:spcPts val="0"/>
              </a:spcAft>
              <a:buSzPts val="1000"/>
              <a:buFont typeface="Space Grotesk"/>
              <a:buChar char="○"/>
              <a:defRPr sz="1000">
                <a:highlight>
                  <a:schemeClr val="lt2"/>
                </a:highlight>
              </a:defRPr>
            </a:lvl2pPr>
            <a:lvl3pPr indent="-292100" lvl="2" marL="1371600">
              <a:spcBef>
                <a:spcPts val="0"/>
              </a:spcBef>
              <a:spcAft>
                <a:spcPts val="0"/>
              </a:spcAft>
              <a:buSzPts val="1000"/>
              <a:buFont typeface="Space Grotesk"/>
              <a:buChar char="■"/>
              <a:defRPr sz="1000">
                <a:highlight>
                  <a:schemeClr val="lt2"/>
                </a:highlight>
              </a:defRPr>
            </a:lvl3pPr>
            <a:lvl4pPr indent="-292100" lvl="3" marL="1828800">
              <a:spcBef>
                <a:spcPts val="0"/>
              </a:spcBef>
              <a:spcAft>
                <a:spcPts val="0"/>
              </a:spcAft>
              <a:buSzPts val="1000"/>
              <a:buFont typeface="Space Grotesk"/>
              <a:buChar char="●"/>
              <a:defRPr sz="1000">
                <a:highlight>
                  <a:schemeClr val="lt2"/>
                </a:highlight>
              </a:defRPr>
            </a:lvl4pPr>
            <a:lvl5pPr indent="-292100" lvl="4" marL="2286000">
              <a:spcBef>
                <a:spcPts val="0"/>
              </a:spcBef>
              <a:spcAft>
                <a:spcPts val="0"/>
              </a:spcAft>
              <a:buSzPts val="1000"/>
              <a:buFont typeface="Space Grotesk"/>
              <a:buChar char="○"/>
              <a:defRPr sz="1000">
                <a:highlight>
                  <a:schemeClr val="lt2"/>
                </a:highlight>
              </a:defRPr>
            </a:lvl5pPr>
            <a:lvl6pPr indent="-292100" lvl="5" marL="2743200">
              <a:spcBef>
                <a:spcPts val="0"/>
              </a:spcBef>
              <a:spcAft>
                <a:spcPts val="0"/>
              </a:spcAft>
              <a:buSzPts val="1000"/>
              <a:buFont typeface="Space Grotesk"/>
              <a:buChar char="■"/>
              <a:defRPr sz="1000">
                <a:highlight>
                  <a:schemeClr val="lt2"/>
                </a:highlight>
              </a:defRPr>
            </a:lvl6pPr>
            <a:lvl7pPr indent="-292100" lvl="6" marL="3200400">
              <a:spcBef>
                <a:spcPts val="0"/>
              </a:spcBef>
              <a:spcAft>
                <a:spcPts val="0"/>
              </a:spcAft>
              <a:buSzPts val="1000"/>
              <a:buFont typeface="Space Grotesk"/>
              <a:buChar char="●"/>
              <a:defRPr sz="1000">
                <a:highlight>
                  <a:schemeClr val="lt2"/>
                </a:highlight>
              </a:defRPr>
            </a:lvl7pPr>
            <a:lvl8pPr indent="-292100" lvl="7" marL="3657600">
              <a:spcBef>
                <a:spcPts val="0"/>
              </a:spcBef>
              <a:spcAft>
                <a:spcPts val="0"/>
              </a:spcAft>
              <a:buSzPts val="1000"/>
              <a:buFont typeface="Space Grotesk"/>
              <a:buChar char="○"/>
              <a:defRPr sz="1000">
                <a:highlight>
                  <a:schemeClr val="lt2"/>
                </a:highlight>
              </a:defRPr>
            </a:lvl8pPr>
            <a:lvl9pPr indent="-292100" lvl="8" marL="4114800">
              <a:spcBef>
                <a:spcPts val="0"/>
              </a:spcBef>
              <a:spcAft>
                <a:spcPts val="0"/>
              </a:spcAft>
              <a:buSzPts val="1000"/>
              <a:buFont typeface="Space Grotesk"/>
              <a:buChar char="■"/>
              <a:defRPr sz="1000">
                <a:highlight>
                  <a:schemeClr val="lt2"/>
                </a:highlight>
              </a:defRPr>
            </a:lvl9pPr>
          </a:lstStyle>
          <a:p/>
        </p:txBody>
      </p:sp>
      <p:sp>
        <p:nvSpPr>
          <p:cNvPr id="88" name="Google Shape;88;p6"/>
          <p:cNvSpPr txBox="1"/>
          <p:nvPr>
            <p:ph idx="3" type="body"/>
          </p:nvPr>
        </p:nvSpPr>
        <p:spPr>
          <a:xfrm>
            <a:off x="2230525" y="2436625"/>
            <a:ext cx="1878300" cy="2085900"/>
          </a:xfrm>
          <a:prstGeom prst="rect">
            <a:avLst/>
          </a:prstGeom>
        </p:spPr>
        <p:txBody>
          <a:bodyPr anchorCtr="0" anchor="t" bIns="0" lIns="0" spcFirstLastPara="1" rIns="0" wrap="square" tIns="0">
            <a:noAutofit/>
          </a:bodyPr>
          <a:lstStyle>
            <a:lvl1pPr indent="-323850" lvl="0" marL="457200">
              <a:spcBef>
                <a:spcPts val="0"/>
              </a:spcBef>
              <a:spcAft>
                <a:spcPts val="0"/>
              </a:spcAft>
              <a:buClr>
                <a:schemeClr val="lt2"/>
              </a:buClr>
              <a:buSzPts val="1500"/>
              <a:buFont typeface="Space Grotesk"/>
              <a:buChar char="●"/>
              <a:defRPr sz="1500">
                <a:solidFill>
                  <a:schemeClr val="lt2"/>
                </a:solidFill>
                <a:highlight>
                  <a:schemeClr val="dk1"/>
                </a:highlight>
              </a:defRPr>
            </a:lvl1pPr>
            <a:lvl2pPr indent="-323850" lvl="1" marL="914400">
              <a:spcBef>
                <a:spcPts val="0"/>
              </a:spcBef>
              <a:spcAft>
                <a:spcPts val="0"/>
              </a:spcAft>
              <a:buClr>
                <a:schemeClr val="lt2"/>
              </a:buClr>
              <a:buSzPts val="1500"/>
              <a:buFont typeface="Space Grotesk"/>
              <a:buChar char="○"/>
              <a:defRPr sz="1500">
                <a:solidFill>
                  <a:schemeClr val="lt2"/>
                </a:solidFill>
                <a:highlight>
                  <a:schemeClr val="dk1"/>
                </a:highlight>
              </a:defRPr>
            </a:lvl2pPr>
            <a:lvl3pPr indent="-323850" lvl="2" marL="1371600">
              <a:spcBef>
                <a:spcPts val="0"/>
              </a:spcBef>
              <a:spcAft>
                <a:spcPts val="0"/>
              </a:spcAft>
              <a:buClr>
                <a:schemeClr val="lt2"/>
              </a:buClr>
              <a:buSzPts val="1500"/>
              <a:buFont typeface="Space Grotesk"/>
              <a:buChar char="■"/>
              <a:defRPr sz="1500">
                <a:solidFill>
                  <a:schemeClr val="lt2"/>
                </a:solidFill>
                <a:highlight>
                  <a:schemeClr val="dk1"/>
                </a:highlight>
              </a:defRPr>
            </a:lvl3pPr>
            <a:lvl4pPr indent="-323850" lvl="3" marL="1828800">
              <a:spcBef>
                <a:spcPts val="0"/>
              </a:spcBef>
              <a:spcAft>
                <a:spcPts val="0"/>
              </a:spcAft>
              <a:buClr>
                <a:schemeClr val="lt2"/>
              </a:buClr>
              <a:buSzPts val="1500"/>
              <a:buFont typeface="Space Grotesk"/>
              <a:buChar char="●"/>
              <a:defRPr sz="1500">
                <a:solidFill>
                  <a:schemeClr val="lt2"/>
                </a:solidFill>
                <a:highlight>
                  <a:schemeClr val="dk1"/>
                </a:highlight>
              </a:defRPr>
            </a:lvl4pPr>
            <a:lvl5pPr indent="-323850" lvl="4" marL="2286000">
              <a:spcBef>
                <a:spcPts val="0"/>
              </a:spcBef>
              <a:spcAft>
                <a:spcPts val="0"/>
              </a:spcAft>
              <a:buClr>
                <a:schemeClr val="lt2"/>
              </a:buClr>
              <a:buSzPts val="1500"/>
              <a:buFont typeface="Space Grotesk"/>
              <a:buChar char="○"/>
              <a:defRPr sz="1500">
                <a:solidFill>
                  <a:schemeClr val="lt2"/>
                </a:solidFill>
                <a:highlight>
                  <a:schemeClr val="dk1"/>
                </a:highlight>
              </a:defRPr>
            </a:lvl5pPr>
            <a:lvl6pPr indent="-323850" lvl="5" marL="2743200">
              <a:spcBef>
                <a:spcPts val="0"/>
              </a:spcBef>
              <a:spcAft>
                <a:spcPts val="0"/>
              </a:spcAft>
              <a:buClr>
                <a:schemeClr val="lt2"/>
              </a:buClr>
              <a:buSzPts val="1500"/>
              <a:buFont typeface="Space Grotesk"/>
              <a:buChar char="■"/>
              <a:defRPr sz="1500">
                <a:solidFill>
                  <a:schemeClr val="lt2"/>
                </a:solidFill>
                <a:highlight>
                  <a:schemeClr val="dk1"/>
                </a:highlight>
              </a:defRPr>
            </a:lvl6pPr>
            <a:lvl7pPr indent="-323850" lvl="6" marL="3200400">
              <a:spcBef>
                <a:spcPts val="0"/>
              </a:spcBef>
              <a:spcAft>
                <a:spcPts val="0"/>
              </a:spcAft>
              <a:buClr>
                <a:schemeClr val="lt2"/>
              </a:buClr>
              <a:buSzPts val="1500"/>
              <a:buFont typeface="Space Grotesk"/>
              <a:buChar char="●"/>
              <a:defRPr sz="1500">
                <a:solidFill>
                  <a:schemeClr val="lt2"/>
                </a:solidFill>
                <a:highlight>
                  <a:schemeClr val="dk1"/>
                </a:highlight>
              </a:defRPr>
            </a:lvl7pPr>
            <a:lvl8pPr indent="-323850" lvl="7" marL="3657600">
              <a:spcBef>
                <a:spcPts val="0"/>
              </a:spcBef>
              <a:spcAft>
                <a:spcPts val="0"/>
              </a:spcAft>
              <a:buClr>
                <a:schemeClr val="lt2"/>
              </a:buClr>
              <a:buSzPts val="1500"/>
              <a:buFont typeface="Space Grotesk"/>
              <a:buChar char="○"/>
              <a:defRPr sz="1500">
                <a:solidFill>
                  <a:schemeClr val="lt2"/>
                </a:solidFill>
                <a:highlight>
                  <a:schemeClr val="dk1"/>
                </a:highlight>
              </a:defRPr>
            </a:lvl8pPr>
            <a:lvl9pPr indent="-323850" lvl="8" marL="4114800">
              <a:spcBef>
                <a:spcPts val="0"/>
              </a:spcBef>
              <a:spcAft>
                <a:spcPts val="0"/>
              </a:spcAft>
              <a:buClr>
                <a:schemeClr val="lt2"/>
              </a:buClr>
              <a:buSzPts val="1500"/>
              <a:buFont typeface="Space Grotesk"/>
              <a:buChar char="■"/>
              <a:defRPr sz="1500">
                <a:solidFill>
                  <a:schemeClr val="lt2"/>
                </a:solidFill>
                <a:highlight>
                  <a:schemeClr val="dk1"/>
                </a:highlight>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CUSTOM">
    <p:bg>
      <p:bgPr>
        <a:solidFill>
          <a:schemeClr val="accent2"/>
        </a:solidFill>
      </p:bgPr>
    </p:bg>
    <p:spTree>
      <p:nvGrpSpPr>
        <p:cNvPr id="89" name="Shape 89"/>
        <p:cNvGrpSpPr/>
        <p:nvPr/>
      </p:nvGrpSpPr>
      <p:grpSpPr>
        <a:xfrm>
          <a:off x="0" y="0"/>
          <a:ext cx="0" cy="0"/>
          <a:chOff x="0" y="0"/>
          <a:chExt cx="0" cy="0"/>
        </a:xfrm>
      </p:grpSpPr>
      <p:sp>
        <p:nvSpPr>
          <p:cNvPr id="90" name="Google Shape;90;p7"/>
          <p:cNvSpPr/>
          <p:nvPr>
            <p:ph idx="2" type="pic"/>
          </p:nvPr>
        </p:nvSpPr>
        <p:spPr>
          <a:xfrm>
            <a:off x="743700" y="1693750"/>
            <a:ext cx="3974100" cy="2702400"/>
          </a:xfrm>
          <a:prstGeom prst="rect">
            <a:avLst/>
          </a:prstGeom>
          <a:noFill/>
          <a:ln>
            <a:noFill/>
          </a:ln>
        </p:spPr>
      </p:sp>
      <p:grpSp>
        <p:nvGrpSpPr>
          <p:cNvPr id="91" name="Google Shape;91;p7"/>
          <p:cNvGrpSpPr/>
          <p:nvPr/>
        </p:nvGrpSpPr>
        <p:grpSpPr>
          <a:xfrm>
            <a:off x="743700" y="742300"/>
            <a:ext cx="7047725" cy="3657400"/>
            <a:chOff x="743700" y="742300"/>
            <a:chExt cx="7047725" cy="3657400"/>
          </a:xfrm>
        </p:grpSpPr>
        <p:sp>
          <p:nvSpPr>
            <p:cNvPr id="92" name="Google Shape;92;p7"/>
            <p:cNvSpPr/>
            <p:nvPr/>
          </p:nvSpPr>
          <p:spPr>
            <a:xfrm>
              <a:off x="4626725" y="1693750"/>
              <a:ext cx="3164700" cy="1721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93" name="Google Shape;93;p7"/>
            <p:cNvSpPr/>
            <p:nvPr/>
          </p:nvSpPr>
          <p:spPr>
            <a:xfrm>
              <a:off x="4718150" y="3341000"/>
              <a:ext cx="1465200" cy="105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94" name="Google Shape;94;p7"/>
            <p:cNvSpPr/>
            <p:nvPr/>
          </p:nvSpPr>
          <p:spPr>
            <a:xfrm>
              <a:off x="743700" y="742300"/>
              <a:ext cx="4529700" cy="1839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95" name="Google Shape;95;p7"/>
            <p:cNvSpPr/>
            <p:nvPr/>
          </p:nvSpPr>
          <p:spPr>
            <a:xfrm>
              <a:off x="1359836" y="2451775"/>
              <a:ext cx="416400" cy="39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96" name="Google Shape;96;p7"/>
            <p:cNvSpPr/>
            <p:nvPr/>
          </p:nvSpPr>
          <p:spPr>
            <a:xfrm>
              <a:off x="744050" y="3236575"/>
              <a:ext cx="741900" cy="39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97" name="Google Shape;97;p7"/>
            <p:cNvSpPr/>
            <p:nvPr/>
          </p:nvSpPr>
          <p:spPr>
            <a:xfrm>
              <a:off x="1495975" y="2368625"/>
              <a:ext cx="765000" cy="867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98" name="Google Shape;98;p7"/>
            <p:cNvSpPr/>
            <p:nvPr/>
          </p:nvSpPr>
          <p:spPr>
            <a:xfrm>
              <a:off x="3976375" y="2351575"/>
              <a:ext cx="741900" cy="492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99" name="Google Shape;99;p7"/>
          <p:cNvSpPr/>
          <p:nvPr/>
        </p:nvSpPr>
        <p:spPr>
          <a:xfrm>
            <a:off x="4718150" y="2839125"/>
            <a:ext cx="1465200" cy="576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00" name="Google Shape;100;p7"/>
          <p:cNvSpPr/>
          <p:nvPr/>
        </p:nvSpPr>
        <p:spPr>
          <a:xfrm>
            <a:off x="6183250" y="3341000"/>
            <a:ext cx="1245300" cy="105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01" name="Google Shape;101;p7"/>
          <p:cNvSpPr txBox="1"/>
          <p:nvPr>
            <p:ph type="title"/>
          </p:nvPr>
        </p:nvSpPr>
        <p:spPr>
          <a:xfrm>
            <a:off x="1032350" y="737025"/>
            <a:ext cx="3651300" cy="15555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1pPr>
            <a:lvl2pPr lvl="1">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2pPr>
            <a:lvl3pPr lvl="2">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3pPr>
            <a:lvl4pPr lvl="3">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4pPr>
            <a:lvl5pPr lvl="4">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5pPr>
            <a:lvl6pPr lvl="5">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6pPr>
            <a:lvl7pPr lvl="6">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7pPr>
            <a:lvl8pPr lvl="7">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8pPr>
            <a:lvl9pPr lvl="8">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9pPr>
          </a:lstStyle>
          <a:p/>
        </p:txBody>
      </p:sp>
      <p:sp>
        <p:nvSpPr>
          <p:cNvPr id="102" name="Google Shape;102;p7"/>
          <p:cNvSpPr txBox="1"/>
          <p:nvPr>
            <p:ph idx="3" type="title"/>
          </p:nvPr>
        </p:nvSpPr>
        <p:spPr>
          <a:xfrm>
            <a:off x="6183250" y="3136100"/>
            <a:ext cx="2217000" cy="2085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1000"/>
              <a:buFont typeface="Space Grotesk Medium"/>
              <a:buNone/>
              <a:defRPr sz="1000">
                <a:highlight>
                  <a:schemeClr val="lt2"/>
                </a:highlight>
              </a:defRPr>
            </a:lvl1pPr>
            <a:lvl2pPr lvl="1">
              <a:lnSpc>
                <a:spcPct val="115000"/>
              </a:lnSpc>
              <a:spcBef>
                <a:spcPts val="0"/>
              </a:spcBef>
              <a:spcAft>
                <a:spcPts val="0"/>
              </a:spcAft>
              <a:buSzPts val="1000"/>
              <a:buFont typeface="Space Grotesk Medium"/>
              <a:buNone/>
              <a:defRPr sz="1000">
                <a:highlight>
                  <a:schemeClr val="lt2"/>
                </a:highlight>
              </a:defRPr>
            </a:lvl2pPr>
            <a:lvl3pPr lvl="2">
              <a:lnSpc>
                <a:spcPct val="115000"/>
              </a:lnSpc>
              <a:spcBef>
                <a:spcPts val="0"/>
              </a:spcBef>
              <a:spcAft>
                <a:spcPts val="0"/>
              </a:spcAft>
              <a:buSzPts val="1000"/>
              <a:buFont typeface="Space Grotesk Medium"/>
              <a:buNone/>
              <a:defRPr sz="1000">
                <a:highlight>
                  <a:schemeClr val="lt2"/>
                </a:highlight>
              </a:defRPr>
            </a:lvl3pPr>
            <a:lvl4pPr lvl="3">
              <a:lnSpc>
                <a:spcPct val="115000"/>
              </a:lnSpc>
              <a:spcBef>
                <a:spcPts val="0"/>
              </a:spcBef>
              <a:spcAft>
                <a:spcPts val="0"/>
              </a:spcAft>
              <a:buSzPts val="1000"/>
              <a:buFont typeface="Space Grotesk Medium"/>
              <a:buNone/>
              <a:defRPr sz="1000">
                <a:highlight>
                  <a:schemeClr val="lt2"/>
                </a:highlight>
              </a:defRPr>
            </a:lvl4pPr>
            <a:lvl5pPr lvl="4">
              <a:lnSpc>
                <a:spcPct val="115000"/>
              </a:lnSpc>
              <a:spcBef>
                <a:spcPts val="0"/>
              </a:spcBef>
              <a:spcAft>
                <a:spcPts val="0"/>
              </a:spcAft>
              <a:buSzPts val="1000"/>
              <a:buFont typeface="Space Grotesk Medium"/>
              <a:buNone/>
              <a:defRPr sz="1000">
                <a:highlight>
                  <a:schemeClr val="lt2"/>
                </a:highlight>
              </a:defRPr>
            </a:lvl5pPr>
            <a:lvl6pPr lvl="5">
              <a:lnSpc>
                <a:spcPct val="115000"/>
              </a:lnSpc>
              <a:spcBef>
                <a:spcPts val="0"/>
              </a:spcBef>
              <a:spcAft>
                <a:spcPts val="0"/>
              </a:spcAft>
              <a:buSzPts val="1000"/>
              <a:buFont typeface="Space Grotesk Medium"/>
              <a:buNone/>
              <a:defRPr sz="1000">
                <a:highlight>
                  <a:schemeClr val="lt2"/>
                </a:highlight>
              </a:defRPr>
            </a:lvl6pPr>
            <a:lvl7pPr lvl="6">
              <a:lnSpc>
                <a:spcPct val="115000"/>
              </a:lnSpc>
              <a:spcBef>
                <a:spcPts val="0"/>
              </a:spcBef>
              <a:spcAft>
                <a:spcPts val="0"/>
              </a:spcAft>
              <a:buSzPts val="1000"/>
              <a:buFont typeface="Space Grotesk Medium"/>
              <a:buNone/>
              <a:defRPr sz="1000">
                <a:highlight>
                  <a:schemeClr val="lt2"/>
                </a:highlight>
              </a:defRPr>
            </a:lvl7pPr>
            <a:lvl8pPr lvl="7">
              <a:lnSpc>
                <a:spcPct val="115000"/>
              </a:lnSpc>
              <a:spcBef>
                <a:spcPts val="0"/>
              </a:spcBef>
              <a:spcAft>
                <a:spcPts val="0"/>
              </a:spcAft>
              <a:buSzPts val="1000"/>
              <a:buFont typeface="Space Grotesk Medium"/>
              <a:buNone/>
              <a:defRPr sz="1000">
                <a:highlight>
                  <a:schemeClr val="lt2"/>
                </a:highlight>
              </a:defRPr>
            </a:lvl8pPr>
            <a:lvl9pPr lvl="8">
              <a:lnSpc>
                <a:spcPct val="115000"/>
              </a:lnSpc>
              <a:spcBef>
                <a:spcPts val="0"/>
              </a:spcBef>
              <a:spcAft>
                <a:spcPts val="0"/>
              </a:spcAft>
              <a:buSzPts val="1000"/>
              <a:buFont typeface="Space Grotesk Medium"/>
              <a:buNone/>
              <a:defRPr sz="1000">
                <a:highlight>
                  <a:schemeClr val="lt2"/>
                </a:highlight>
              </a:defRPr>
            </a:lvl9pPr>
          </a:lstStyle>
          <a:p/>
        </p:txBody>
      </p:sp>
      <p:sp>
        <p:nvSpPr>
          <p:cNvPr id="103" name="Google Shape;103;p7"/>
          <p:cNvSpPr txBox="1"/>
          <p:nvPr>
            <p:ph idx="4" type="title"/>
          </p:nvPr>
        </p:nvSpPr>
        <p:spPr>
          <a:xfrm>
            <a:off x="4713425" y="1725175"/>
            <a:ext cx="2991300" cy="1211400"/>
          </a:xfrm>
          <a:prstGeom prst="rect">
            <a:avLst/>
          </a:prstGeom>
        </p:spPr>
        <p:txBody>
          <a:bodyPr anchorCtr="0" anchor="t" bIns="0" lIns="0" spcFirstLastPara="1" rIns="0" wrap="square" tIns="0">
            <a:noAutofit/>
          </a:bodyPr>
          <a:lstStyle>
            <a:lvl1pPr lvl="0">
              <a:lnSpc>
                <a:spcPct val="115000"/>
              </a:lnSpc>
              <a:spcBef>
                <a:spcPts val="0"/>
              </a:spcBef>
              <a:spcAft>
                <a:spcPts val="0"/>
              </a:spcAft>
              <a:buSzPts val="1500"/>
              <a:buFont typeface="Space Grotesk Medium"/>
              <a:buNone/>
              <a:defRPr sz="1500">
                <a:highlight>
                  <a:schemeClr val="lt2"/>
                </a:highlight>
              </a:defRPr>
            </a:lvl1pPr>
            <a:lvl2pPr lvl="1">
              <a:lnSpc>
                <a:spcPct val="115000"/>
              </a:lnSpc>
              <a:spcBef>
                <a:spcPts val="0"/>
              </a:spcBef>
              <a:spcAft>
                <a:spcPts val="0"/>
              </a:spcAft>
              <a:buSzPts val="1500"/>
              <a:buFont typeface="Space Grotesk Medium"/>
              <a:buNone/>
              <a:defRPr sz="1500">
                <a:highlight>
                  <a:schemeClr val="lt2"/>
                </a:highlight>
              </a:defRPr>
            </a:lvl2pPr>
            <a:lvl3pPr lvl="2">
              <a:lnSpc>
                <a:spcPct val="115000"/>
              </a:lnSpc>
              <a:spcBef>
                <a:spcPts val="0"/>
              </a:spcBef>
              <a:spcAft>
                <a:spcPts val="0"/>
              </a:spcAft>
              <a:buSzPts val="1500"/>
              <a:buFont typeface="Space Grotesk Medium"/>
              <a:buNone/>
              <a:defRPr sz="1500">
                <a:highlight>
                  <a:schemeClr val="lt2"/>
                </a:highlight>
              </a:defRPr>
            </a:lvl3pPr>
            <a:lvl4pPr lvl="3">
              <a:lnSpc>
                <a:spcPct val="115000"/>
              </a:lnSpc>
              <a:spcBef>
                <a:spcPts val="0"/>
              </a:spcBef>
              <a:spcAft>
                <a:spcPts val="0"/>
              </a:spcAft>
              <a:buSzPts val="1500"/>
              <a:buFont typeface="Space Grotesk Medium"/>
              <a:buNone/>
              <a:defRPr sz="1500">
                <a:highlight>
                  <a:schemeClr val="lt2"/>
                </a:highlight>
              </a:defRPr>
            </a:lvl4pPr>
            <a:lvl5pPr lvl="4">
              <a:lnSpc>
                <a:spcPct val="115000"/>
              </a:lnSpc>
              <a:spcBef>
                <a:spcPts val="0"/>
              </a:spcBef>
              <a:spcAft>
                <a:spcPts val="0"/>
              </a:spcAft>
              <a:buSzPts val="1500"/>
              <a:buFont typeface="Space Grotesk Medium"/>
              <a:buNone/>
              <a:defRPr sz="1500">
                <a:highlight>
                  <a:schemeClr val="lt2"/>
                </a:highlight>
              </a:defRPr>
            </a:lvl5pPr>
            <a:lvl6pPr lvl="5">
              <a:lnSpc>
                <a:spcPct val="115000"/>
              </a:lnSpc>
              <a:spcBef>
                <a:spcPts val="0"/>
              </a:spcBef>
              <a:spcAft>
                <a:spcPts val="0"/>
              </a:spcAft>
              <a:buSzPts val="1500"/>
              <a:buFont typeface="Space Grotesk Medium"/>
              <a:buNone/>
              <a:defRPr sz="1500">
                <a:highlight>
                  <a:schemeClr val="lt2"/>
                </a:highlight>
              </a:defRPr>
            </a:lvl6pPr>
            <a:lvl7pPr lvl="6">
              <a:lnSpc>
                <a:spcPct val="115000"/>
              </a:lnSpc>
              <a:spcBef>
                <a:spcPts val="0"/>
              </a:spcBef>
              <a:spcAft>
                <a:spcPts val="0"/>
              </a:spcAft>
              <a:buSzPts val="1500"/>
              <a:buFont typeface="Space Grotesk Medium"/>
              <a:buNone/>
              <a:defRPr sz="1500">
                <a:highlight>
                  <a:schemeClr val="lt2"/>
                </a:highlight>
              </a:defRPr>
            </a:lvl7pPr>
            <a:lvl8pPr lvl="7">
              <a:lnSpc>
                <a:spcPct val="115000"/>
              </a:lnSpc>
              <a:spcBef>
                <a:spcPts val="0"/>
              </a:spcBef>
              <a:spcAft>
                <a:spcPts val="0"/>
              </a:spcAft>
              <a:buSzPts val="1500"/>
              <a:buFont typeface="Space Grotesk Medium"/>
              <a:buNone/>
              <a:defRPr sz="1500">
                <a:highlight>
                  <a:schemeClr val="lt2"/>
                </a:highlight>
              </a:defRPr>
            </a:lvl8pPr>
            <a:lvl9pPr lvl="8">
              <a:lnSpc>
                <a:spcPct val="115000"/>
              </a:lnSpc>
              <a:spcBef>
                <a:spcPts val="0"/>
              </a:spcBef>
              <a:spcAft>
                <a:spcPts val="0"/>
              </a:spcAft>
              <a:buSzPts val="1500"/>
              <a:buFont typeface="Space Grotesk Medium"/>
              <a:buNone/>
              <a:defRPr sz="1500">
                <a:highlight>
                  <a:schemeClr val="lt2"/>
                </a:highlight>
              </a:defRPr>
            </a:lvl9pPr>
          </a:lstStyle>
          <a:p/>
        </p:txBody>
      </p:sp>
      <p:sp>
        <p:nvSpPr>
          <p:cNvPr id="104" name="Google Shape;104;p7"/>
          <p:cNvSpPr txBox="1"/>
          <p:nvPr>
            <p:ph idx="5" type="title"/>
          </p:nvPr>
        </p:nvSpPr>
        <p:spPr>
          <a:xfrm>
            <a:off x="5340025" y="733275"/>
            <a:ext cx="3287400" cy="912300"/>
          </a:xfrm>
          <a:prstGeom prst="rect">
            <a:avLst/>
          </a:prstGeom>
        </p:spPr>
        <p:txBody>
          <a:bodyPr anchorCtr="0" anchor="t" bIns="0" lIns="0" spcFirstLastPara="1" rIns="0" wrap="square" tIns="0">
            <a:normAutofit/>
          </a:bodyPr>
          <a:lstStyle>
            <a:lvl1pPr lvl="0">
              <a:lnSpc>
                <a:spcPct val="80000"/>
              </a:lnSpc>
              <a:spcBef>
                <a:spcPts val="0"/>
              </a:spcBef>
              <a:spcAft>
                <a:spcPts val="0"/>
              </a:spcAft>
              <a:buSzPts val="3500"/>
              <a:buFont typeface="Space Grotesk"/>
              <a:buNone/>
              <a:defRPr sz="3500">
                <a:latin typeface="Space Grotesk"/>
                <a:ea typeface="Space Grotesk"/>
                <a:cs typeface="Space Grotesk"/>
                <a:sym typeface="Space Grotesk"/>
              </a:defRPr>
            </a:lvl1pPr>
            <a:lvl2pPr lvl="1" algn="ctr">
              <a:spcBef>
                <a:spcPts val="0"/>
              </a:spcBef>
              <a:spcAft>
                <a:spcPts val="0"/>
              </a:spcAft>
              <a:buSzPts val="7700"/>
              <a:buNone/>
              <a:defRPr sz="7700"/>
            </a:lvl2pPr>
            <a:lvl3pPr lvl="2" algn="ctr">
              <a:spcBef>
                <a:spcPts val="0"/>
              </a:spcBef>
              <a:spcAft>
                <a:spcPts val="0"/>
              </a:spcAft>
              <a:buSzPts val="7700"/>
              <a:buNone/>
              <a:defRPr sz="7700"/>
            </a:lvl3pPr>
            <a:lvl4pPr lvl="3" algn="ctr">
              <a:spcBef>
                <a:spcPts val="0"/>
              </a:spcBef>
              <a:spcAft>
                <a:spcPts val="0"/>
              </a:spcAft>
              <a:buSzPts val="7700"/>
              <a:buNone/>
              <a:defRPr sz="7700"/>
            </a:lvl4pPr>
            <a:lvl5pPr lvl="4" algn="ctr">
              <a:spcBef>
                <a:spcPts val="0"/>
              </a:spcBef>
              <a:spcAft>
                <a:spcPts val="0"/>
              </a:spcAft>
              <a:buSzPts val="7700"/>
              <a:buNone/>
              <a:defRPr sz="7700"/>
            </a:lvl5pPr>
            <a:lvl6pPr lvl="5" algn="ctr">
              <a:spcBef>
                <a:spcPts val="0"/>
              </a:spcBef>
              <a:spcAft>
                <a:spcPts val="0"/>
              </a:spcAft>
              <a:buSzPts val="7700"/>
              <a:buNone/>
              <a:defRPr sz="7700"/>
            </a:lvl6pPr>
            <a:lvl7pPr lvl="6" algn="ctr">
              <a:spcBef>
                <a:spcPts val="0"/>
              </a:spcBef>
              <a:spcAft>
                <a:spcPts val="0"/>
              </a:spcAft>
              <a:buSzPts val="7700"/>
              <a:buNone/>
              <a:defRPr sz="7700"/>
            </a:lvl7pPr>
            <a:lvl8pPr lvl="7" algn="ctr">
              <a:spcBef>
                <a:spcPts val="0"/>
              </a:spcBef>
              <a:spcAft>
                <a:spcPts val="0"/>
              </a:spcAft>
              <a:buSzPts val="7700"/>
              <a:buNone/>
              <a:defRPr sz="7700"/>
            </a:lvl8pPr>
            <a:lvl9pPr lvl="8" algn="ctr">
              <a:spcBef>
                <a:spcPts val="0"/>
              </a:spcBef>
              <a:spcAft>
                <a:spcPts val="0"/>
              </a:spcAft>
              <a:buSzPts val="7700"/>
              <a:buNone/>
              <a:defRPr sz="7700"/>
            </a:lvl9pPr>
          </a:lstStyle>
          <a:p/>
        </p:txBody>
      </p:sp>
      <p:sp>
        <p:nvSpPr>
          <p:cNvPr id="105" name="Google Shape;105;p7"/>
          <p:cNvSpPr/>
          <p:nvPr>
            <p:ph idx="6" type="pic"/>
          </p:nvPr>
        </p:nvSpPr>
        <p:spPr>
          <a:xfrm>
            <a:off x="6183250" y="3344750"/>
            <a:ext cx="2217000" cy="1051200"/>
          </a:xfrm>
          <a:prstGeom prst="rect">
            <a:avLst/>
          </a:prstGeom>
          <a:noFill/>
          <a:ln>
            <a:noFill/>
          </a:ln>
        </p:spPr>
      </p:sp>
      <p:sp>
        <p:nvSpPr>
          <p:cNvPr id="106" name="Google Shape;106;p7"/>
          <p:cNvSpPr txBox="1"/>
          <p:nvPr>
            <p:ph idx="7" type="title"/>
          </p:nvPr>
        </p:nvSpPr>
        <p:spPr>
          <a:xfrm>
            <a:off x="4804625" y="2962500"/>
            <a:ext cx="1317600" cy="16929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1000"/>
              <a:buFont typeface="Space Grotesk Medium"/>
              <a:buNone/>
              <a:defRPr sz="1000">
                <a:highlight>
                  <a:schemeClr val="lt2"/>
                </a:highlight>
              </a:defRPr>
            </a:lvl1pPr>
            <a:lvl2pPr lvl="1">
              <a:spcBef>
                <a:spcPts val="0"/>
              </a:spcBef>
              <a:spcAft>
                <a:spcPts val="0"/>
              </a:spcAft>
              <a:buSzPts val="1000"/>
              <a:buFont typeface="Space Grotesk Medium"/>
              <a:buNone/>
              <a:defRPr sz="1000">
                <a:highlight>
                  <a:schemeClr val="lt2"/>
                </a:highlight>
              </a:defRPr>
            </a:lvl2pPr>
            <a:lvl3pPr lvl="2">
              <a:spcBef>
                <a:spcPts val="0"/>
              </a:spcBef>
              <a:spcAft>
                <a:spcPts val="0"/>
              </a:spcAft>
              <a:buSzPts val="1000"/>
              <a:buFont typeface="Space Grotesk Medium"/>
              <a:buNone/>
              <a:defRPr sz="1000">
                <a:highlight>
                  <a:schemeClr val="lt2"/>
                </a:highlight>
              </a:defRPr>
            </a:lvl3pPr>
            <a:lvl4pPr lvl="3">
              <a:spcBef>
                <a:spcPts val="0"/>
              </a:spcBef>
              <a:spcAft>
                <a:spcPts val="0"/>
              </a:spcAft>
              <a:buSzPts val="1000"/>
              <a:buFont typeface="Space Grotesk Medium"/>
              <a:buNone/>
              <a:defRPr sz="1000">
                <a:highlight>
                  <a:schemeClr val="lt2"/>
                </a:highlight>
              </a:defRPr>
            </a:lvl4pPr>
            <a:lvl5pPr lvl="4">
              <a:spcBef>
                <a:spcPts val="0"/>
              </a:spcBef>
              <a:spcAft>
                <a:spcPts val="0"/>
              </a:spcAft>
              <a:buSzPts val="1000"/>
              <a:buFont typeface="Space Grotesk Medium"/>
              <a:buNone/>
              <a:defRPr sz="1000">
                <a:highlight>
                  <a:schemeClr val="lt2"/>
                </a:highlight>
              </a:defRPr>
            </a:lvl5pPr>
            <a:lvl6pPr lvl="5">
              <a:spcBef>
                <a:spcPts val="0"/>
              </a:spcBef>
              <a:spcAft>
                <a:spcPts val="0"/>
              </a:spcAft>
              <a:buSzPts val="1000"/>
              <a:buFont typeface="Space Grotesk Medium"/>
              <a:buNone/>
              <a:defRPr sz="1000">
                <a:highlight>
                  <a:schemeClr val="lt2"/>
                </a:highlight>
              </a:defRPr>
            </a:lvl6pPr>
            <a:lvl7pPr lvl="6">
              <a:spcBef>
                <a:spcPts val="0"/>
              </a:spcBef>
              <a:spcAft>
                <a:spcPts val="0"/>
              </a:spcAft>
              <a:buSzPts val="1000"/>
              <a:buFont typeface="Space Grotesk Medium"/>
              <a:buNone/>
              <a:defRPr sz="1000">
                <a:highlight>
                  <a:schemeClr val="lt2"/>
                </a:highlight>
              </a:defRPr>
            </a:lvl7pPr>
            <a:lvl8pPr lvl="7">
              <a:spcBef>
                <a:spcPts val="0"/>
              </a:spcBef>
              <a:spcAft>
                <a:spcPts val="0"/>
              </a:spcAft>
              <a:buSzPts val="1000"/>
              <a:buFont typeface="Space Grotesk Medium"/>
              <a:buNone/>
              <a:defRPr sz="1000">
                <a:highlight>
                  <a:schemeClr val="lt2"/>
                </a:highlight>
              </a:defRPr>
            </a:lvl8pPr>
            <a:lvl9pPr lvl="8">
              <a:spcBef>
                <a:spcPts val="0"/>
              </a:spcBef>
              <a:spcAft>
                <a:spcPts val="0"/>
              </a:spcAft>
              <a:buSzPts val="1000"/>
              <a:buFont typeface="Space Grotesk Medium"/>
              <a:buNone/>
              <a:defRPr sz="1000">
                <a:highlight>
                  <a:schemeClr val="lt2"/>
                </a:highlight>
              </a:defRPr>
            </a:lvl9pPr>
          </a:lstStyle>
          <a:p/>
        </p:txBody>
      </p:sp>
    </p:spTree>
  </p:cSld>
  <p:clrMapOvr>
    <a:masterClrMapping/>
  </p:clrMapOvr>
  <p:extLst>
    <p:ext uri="{DCECCB84-F9BA-43D5-87BE-67443E8EF086}">
      <p15:sldGuideLst>
        <p15:guide id="1" orient="horz" pos="159">
          <p15:clr>
            <a:srgbClr val="E46962"/>
          </p15:clr>
        </p15:guide>
        <p15:guide id="2" pos="159">
          <p15:clr>
            <a:srgbClr val="E46962"/>
          </p15:clr>
        </p15:guide>
        <p15:guide id="3" pos="5601">
          <p15:clr>
            <a:srgbClr val="E46962"/>
          </p15:clr>
        </p15:guide>
        <p15:guide id="4" orient="horz" pos="3081">
          <p15:clr>
            <a:srgbClr val="E46962"/>
          </p15:clr>
        </p15:guide>
        <p15:guide id="5" pos="468">
          <p15:clr>
            <a:srgbClr val="E46962"/>
          </p15:clr>
        </p15:guide>
        <p15:guide id="6" pos="5292">
          <p15:clr>
            <a:srgbClr val="E46962"/>
          </p15:clr>
        </p15:guide>
        <p15:guide id="7" orient="horz" pos="468">
          <p15:clr>
            <a:srgbClr val="E46962"/>
          </p15:clr>
        </p15:guide>
        <p15:guide id="8" orient="horz" pos="2772">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 Alt 1">
  <p:cSld name="CUSTOM_1">
    <p:bg>
      <p:bgPr>
        <a:solidFill>
          <a:schemeClr val="accent2"/>
        </a:solidFill>
      </p:bgPr>
    </p:bg>
    <p:spTree>
      <p:nvGrpSpPr>
        <p:cNvPr id="107" name="Shape 107"/>
        <p:cNvGrpSpPr/>
        <p:nvPr/>
      </p:nvGrpSpPr>
      <p:grpSpPr>
        <a:xfrm>
          <a:off x="0" y="0"/>
          <a:ext cx="0" cy="0"/>
          <a:chOff x="0" y="0"/>
          <a:chExt cx="0" cy="0"/>
        </a:xfrm>
      </p:grpSpPr>
      <p:sp>
        <p:nvSpPr>
          <p:cNvPr id="108" name="Google Shape;108;p8"/>
          <p:cNvSpPr/>
          <p:nvPr/>
        </p:nvSpPr>
        <p:spPr>
          <a:xfrm>
            <a:off x="743700" y="2071975"/>
            <a:ext cx="357300" cy="510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09" name="Google Shape;109;p8"/>
          <p:cNvSpPr/>
          <p:nvPr>
            <p:ph idx="2" type="pic"/>
          </p:nvPr>
        </p:nvSpPr>
        <p:spPr>
          <a:xfrm>
            <a:off x="978875" y="2071975"/>
            <a:ext cx="3761700" cy="2680200"/>
          </a:xfrm>
          <a:prstGeom prst="rect">
            <a:avLst/>
          </a:prstGeom>
          <a:noFill/>
          <a:ln>
            <a:noFill/>
          </a:ln>
        </p:spPr>
      </p:sp>
      <p:sp>
        <p:nvSpPr>
          <p:cNvPr id="110" name="Google Shape;110;p8"/>
          <p:cNvSpPr/>
          <p:nvPr/>
        </p:nvSpPr>
        <p:spPr>
          <a:xfrm>
            <a:off x="743700" y="743700"/>
            <a:ext cx="4529700" cy="135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11" name="Google Shape;111;p8"/>
          <p:cNvSpPr/>
          <p:nvPr/>
        </p:nvSpPr>
        <p:spPr>
          <a:xfrm>
            <a:off x="1285575" y="2039600"/>
            <a:ext cx="385200" cy="8298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12" name="Google Shape;112;p8"/>
          <p:cNvSpPr/>
          <p:nvPr/>
        </p:nvSpPr>
        <p:spPr>
          <a:xfrm>
            <a:off x="742950" y="3098550"/>
            <a:ext cx="1359900" cy="492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13" name="Google Shape;113;p8"/>
          <p:cNvSpPr/>
          <p:nvPr/>
        </p:nvSpPr>
        <p:spPr>
          <a:xfrm>
            <a:off x="4718150" y="3884200"/>
            <a:ext cx="765000" cy="867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14" name="Google Shape;114;p8"/>
          <p:cNvSpPr/>
          <p:nvPr/>
        </p:nvSpPr>
        <p:spPr>
          <a:xfrm>
            <a:off x="3800525" y="2039600"/>
            <a:ext cx="1004100" cy="7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15" name="Google Shape;115;p8"/>
          <p:cNvSpPr/>
          <p:nvPr/>
        </p:nvSpPr>
        <p:spPr>
          <a:xfrm>
            <a:off x="4718150" y="378500"/>
            <a:ext cx="3552000" cy="4021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16" name="Google Shape;116;p8"/>
          <p:cNvSpPr txBox="1"/>
          <p:nvPr>
            <p:ph type="title"/>
          </p:nvPr>
        </p:nvSpPr>
        <p:spPr>
          <a:xfrm>
            <a:off x="4946700" y="623600"/>
            <a:ext cx="3093300" cy="16689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1pPr>
            <a:lvl2pPr lvl="1">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2pPr>
            <a:lvl3pPr lvl="2">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3pPr>
            <a:lvl4pPr lvl="3">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4pPr>
            <a:lvl5pPr lvl="4">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5pPr>
            <a:lvl6pPr lvl="5">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6pPr>
            <a:lvl7pPr lvl="6">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7pPr>
            <a:lvl8pPr lvl="7">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8pPr>
            <a:lvl9pPr lvl="8">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9pPr>
          </a:lstStyle>
          <a:p/>
        </p:txBody>
      </p:sp>
      <p:sp>
        <p:nvSpPr>
          <p:cNvPr id="117" name="Google Shape;117;p8"/>
          <p:cNvSpPr/>
          <p:nvPr>
            <p:ph idx="3" type="pic"/>
          </p:nvPr>
        </p:nvSpPr>
        <p:spPr>
          <a:xfrm>
            <a:off x="742950" y="3591150"/>
            <a:ext cx="1359900" cy="970800"/>
          </a:xfrm>
          <a:prstGeom prst="rect">
            <a:avLst/>
          </a:prstGeom>
          <a:noFill/>
          <a:ln>
            <a:noFill/>
          </a:ln>
        </p:spPr>
      </p:sp>
      <p:sp>
        <p:nvSpPr>
          <p:cNvPr id="118" name="Google Shape;118;p8"/>
          <p:cNvSpPr txBox="1"/>
          <p:nvPr>
            <p:ph idx="4" type="title"/>
          </p:nvPr>
        </p:nvSpPr>
        <p:spPr>
          <a:xfrm>
            <a:off x="883025" y="797467"/>
            <a:ext cx="3921600" cy="912300"/>
          </a:xfrm>
          <a:prstGeom prst="rect">
            <a:avLst/>
          </a:prstGeom>
        </p:spPr>
        <p:txBody>
          <a:bodyPr anchorCtr="0" anchor="t" bIns="0" lIns="0" spcFirstLastPara="1" rIns="0" wrap="square" tIns="0">
            <a:normAutofit/>
          </a:bodyPr>
          <a:lstStyle>
            <a:lvl1pPr lvl="0">
              <a:lnSpc>
                <a:spcPct val="80000"/>
              </a:lnSpc>
              <a:spcBef>
                <a:spcPts val="0"/>
              </a:spcBef>
              <a:spcAft>
                <a:spcPts val="0"/>
              </a:spcAft>
              <a:buSzPts val="3500"/>
              <a:buFont typeface="Space Grotesk"/>
              <a:buNone/>
              <a:defRPr sz="3500">
                <a:highlight>
                  <a:schemeClr val="lt2"/>
                </a:highlight>
                <a:latin typeface="Space Grotesk"/>
                <a:ea typeface="Space Grotesk"/>
                <a:cs typeface="Space Grotesk"/>
                <a:sym typeface="Space Grotesk"/>
              </a:defRPr>
            </a:lvl1pPr>
            <a:lvl2pPr lvl="1" algn="ctr">
              <a:spcBef>
                <a:spcPts val="0"/>
              </a:spcBef>
              <a:spcAft>
                <a:spcPts val="0"/>
              </a:spcAft>
              <a:buSzPts val="7700"/>
              <a:buNone/>
              <a:defRPr sz="7700"/>
            </a:lvl2pPr>
            <a:lvl3pPr lvl="2" algn="ctr">
              <a:spcBef>
                <a:spcPts val="0"/>
              </a:spcBef>
              <a:spcAft>
                <a:spcPts val="0"/>
              </a:spcAft>
              <a:buSzPts val="7700"/>
              <a:buNone/>
              <a:defRPr sz="7700"/>
            </a:lvl3pPr>
            <a:lvl4pPr lvl="3" algn="ctr">
              <a:spcBef>
                <a:spcPts val="0"/>
              </a:spcBef>
              <a:spcAft>
                <a:spcPts val="0"/>
              </a:spcAft>
              <a:buSzPts val="7700"/>
              <a:buNone/>
              <a:defRPr sz="7700"/>
            </a:lvl4pPr>
            <a:lvl5pPr lvl="4" algn="ctr">
              <a:spcBef>
                <a:spcPts val="0"/>
              </a:spcBef>
              <a:spcAft>
                <a:spcPts val="0"/>
              </a:spcAft>
              <a:buSzPts val="7700"/>
              <a:buNone/>
              <a:defRPr sz="7700"/>
            </a:lvl5pPr>
            <a:lvl6pPr lvl="5" algn="ctr">
              <a:spcBef>
                <a:spcPts val="0"/>
              </a:spcBef>
              <a:spcAft>
                <a:spcPts val="0"/>
              </a:spcAft>
              <a:buSzPts val="7700"/>
              <a:buNone/>
              <a:defRPr sz="7700"/>
            </a:lvl6pPr>
            <a:lvl7pPr lvl="6" algn="ctr">
              <a:spcBef>
                <a:spcPts val="0"/>
              </a:spcBef>
              <a:spcAft>
                <a:spcPts val="0"/>
              </a:spcAft>
              <a:buSzPts val="7700"/>
              <a:buNone/>
              <a:defRPr sz="7700"/>
            </a:lvl7pPr>
            <a:lvl8pPr lvl="7" algn="ctr">
              <a:spcBef>
                <a:spcPts val="0"/>
              </a:spcBef>
              <a:spcAft>
                <a:spcPts val="0"/>
              </a:spcAft>
              <a:buSzPts val="7700"/>
              <a:buNone/>
              <a:defRPr sz="7700"/>
            </a:lvl8pPr>
            <a:lvl9pPr lvl="8" algn="ctr">
              <a:spcBef>
                <a:spcPts val="0"/>
              </a:spcBef>
              <a:spcAft>
                <a:spcPts val="0"/>
              </a:spcAft>
              <a:buSzPts val="7700"/>
              <a:buNone/>
              <a:defRPr sz="7700"/>
            </a:lvl9pPr>
          </a:lstStyle>
          <a:p/>
        </p:txBody>
      </p:sp>
      <p:sp>
        <p:nvSpPr>
          <p:cNvPr id="119" name="Google Shape;119;p8"/>
          <p:cNvSpPr/>
          <p:nvPr/>
        </p:nvSpPr>
        <p:spPr>
          <a:xfrm>
            <a:off x="956075" y="1848025"/>
            <a:ext cx="357300" cy="593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20" name="Google Shape;120;p8"/>
          <p:cNvSpPr txBox="1"/>
          <p:nvPr>
            <p:ph idx="5" type="title"/>
          </p:nvPr>
        </p:nvSpPr>
        <p:spPr>
          <a:xfrm>
            <a:off x="883025" y="1805225"/>
            <a:ext cx="3093300" cy="2667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1pPr>
            <a:lvl2pPr lvl="1">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2pPr>
            <a:lvl3pPr lvl="2">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3pPr>
            <a:lvl4pPr lvl="3">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4pPr>
            <a:lvl5pPr lvl="4">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5pPr>
            <a:lvl6pPr lvl="5">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6pPr>
            <a:lvl7pPr lvl="6">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7pPr>
            <a:lvl8pPr lvl="7">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8pPr>
            <a:lvl9pPr lvl="8">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9pPr>
          </a:lstStyle>
          <a:p/>
        </p:txBody>
      </p:sp>
      <p:sp>
        <p:nvSpPr>
          <p:cNvPr id="121" name="Google Shape;121;p8"/>
          <p:cNvSpPr txBox="1"/>
          <p:nvPr>
            <p:ph idx="6" type="title"/>
          </p:nvPr>
        </p:nvSpPr>
        <p:spPr>
          <a:xfrm>
            <a:off x="812500" y="3259700"/>
            <a:ext cx="1463700" cy="4518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1pPr>
            <a:lvl2pPr lvl="1">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2pPr>
            <a:lvl3pPr lvl="2">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3pPr>
            <a:lvl4pPr lvl="3">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4pPr>
            <a:lvl5pPr lvl="4">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5pPr>
            <a:lvl6pPr lvl="5">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6pPr>
            <a:lvl7pPr lvl="6">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7pPr>
            <a:lvl8pPr lvl="7">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8pPr>
            <a:lvl9pPr lvl="8">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9pPr>
          </a:lstStyle>
          <a:p/>
        </p:txBody>
      </p:sp>
    </p:spTree>
  </p:cSld>
  <p:clrMapOvr>
    <a:masterClrMapping/>
  </p:clrMapOvr>
  <p:extLst>
    <p:ext uri="{DCECCB84-F9BA-43D5-87BE-67443E8EF086}">
      <p15:sldGuideLst>
        <p15:guide id="1" orient="horz" pos="159">
          <p15:clr>
            <a:srgbClr val="E46962"/>
          </p15:clr>
        </p15:guide>
        <p15:guide id="2" pos="159">
          <p15:clr>
            <a:srgbClr val="E46962"/>
          </p15:clr>
        </p15:guide>
        <p15:guide id="3" pos="5601">
          <p15:clr>
            <a:srgbClr val="E46962"/>
          </p15:clr>
        </p15:guide>
        <p15:guide id="4" orient="horz" pos="3081">
          <p15:clr>
            <a:srgbClr val="E46962"/>
          </p15:clr>
        </p15:guide>
        <p15:guide id="5" pos="468">
          <p15:clr>
            <a:srgbClr val="E46962"/>
          </p15:clr>
        </p15:guide>
        <p15:guide id="6" pos="5292">
          <p15:clr>
            <a:srgbClr val="E46962"/>
          </p15:clr>
        </p15:guide>
        <p15:guide id="7" orient="horz" pos="468">
          <p15:clr>
            <a:srgbClr val="E46962"/>
          </p15:clr>
        </p15:guide>
        <p15:guide id="8" orient="horz" pos="2772">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image">
  <p:cSld name="BLANK_1_1_1_1_1_1_1_1_1_1_1_1_1_1_2">
    <p:bg>
      <p:bgPr>
        <a:solidFill>
          <a:schemeClr val="dk1"/>
        </a:solidFill>
      </p:bgPr>
    </p:bg>
    <p:spTree>
      <p:nvGrpSpPr>
        <p:cNvPr id="122" name="Shape 122"/>
        <p:cNvGrpSpPr/>
        <p:nvPr/>
      </p:nvGrpSpPr>
      <p:grpSpPr>
        <a:xfrm>
          <a:off x="0" y="0"/>
          <a:ext cx="0" cy="0"/>
          <a:chOff x="0" y="0"/>
          <a:chExt cx="0" cy="0"/>
        </a:xfrm>
      </p:grpSpPr>
      <p:sp>
        <p:nvSpPr>
          <p:cNvPr id="123" name="Google Shape;123;p9"/>
          <p:cNvSpPr txBox="1"/>
          <p:nvPr>
            <p:ph idx="1" type="body"/>
          </p:nvPr>
        </p:nvSpPr>
        <p:spPr>
          <a:xfrm>
            <a:off x="3721600" y="3126450"/>
            <a:ext cx="1384800" cy="16281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lvl1pPr>
            <a:lvl2pPr indent="-292100" lvl="1" marL="914400">
              <a:spcBef>
                <a:spcPts val="800"/>
              </a:spcBef>
              <a:spcAft>
                <a:spcPts val="0"/>
              </a:spcAft>
              <a:buSzPts val="1000"/>
              <a:buFont typeface="Space Grotesk"/>
              <a:buChar char="○"/>
              <a:defRPr sz="1000"/>
            </a:lvl2pPr>
            <a:lvl3pPr indent="-292100" lvl="2" marL="1371600">
              <a:spcBef>
                <a:spcPts val="800"/>
              </a:spcBef>
              <a:spcAft>
                <a:spcPts val="0"/>
              </a:spcAft>
              <a:buSzPts val="1000"/>
              <a:buFont typeface="Space Grotesk"/>
              <a:buChar char="■"/>
              <a:defRPr sz="1000"/>
            </a:lvl3pPr>
            <a:lvl4pPr indent="-292100" lvl="3" marL="1828800">
              <a:spcBef>
                <a:spcPts val="800"/>
              </a:spcBef>
              <a:spcAft>
                <a:spcPts val="0"/>
              </a:spcAft>
              <a:buSzPts val="1000"/>
              <a:buFont typeface="Space Grotesk"/>
              <a:buChar char="●"/>
              <a:defRPr sz="1000"/>
            </a:lvl4pPr>
            <a:lvl5pPr indent="-292100" lvl="4" marL="2286000">
              <a:spcBef>
                <a:spcPts val="800"/>
              </a:spcBef>
              <a:spcAft>
                <a:spcPts val="0"/>
              </a:spcAft>
              <a:buSzPts val="1000"/>
              <a:buFont typeface="Space Grotesk"/>
              <a:buChar char="○"/>
              <a:defRPr sz="1000"/>
            </a:lvl5pPr>
            <a:lvl6pPr indent="-292100" lvl="5" marL="2743200">
              <a:spcBef>
                <a:spcPts val="800"/>
              </a:spcBef>
              <a:spcAft>
                <a:spcPts val="0"/>
              </a:spcAft>
              <a:buSzPts val="1000"/>
              <a:buFont typeface="Space Grotesk"/>
              <a:buChar char="■"/>
              <a:defRPr sz="1000"/>
            </a:lvl6pPr>
            <a:lvl7pPr indent="-292100" lvl="6" marL="3200400">
              <a:spcBef>
                <a:spcPts val="800"/>
              </a:spcBef>
              <a:spcAft>
                <a:spcPts val="0"/>
              </a:spcAft>
              <a:buSzPts val="1000"/>
              <a:buFont typeface="Space Grotesk"/>
              <a:buChar char="●"/>
              <a:defRPr sz="1000"/>
            </a:lvl7pPr>
            <a:lvl8pPr indent="-292100" lvl="7" marL="3657600">
              <a:spcBef>
                <a:spcPts val="800"/>
              </a:spcBef>
              <a:spcAft>
                <a:spcPts val="0"/>
              </a:spcAft>
              <a:buSzPts val="1000"/>
              <a:buFont typeface="Space Grotesk"/>
              <a:buChar char="○"/>
              <a:defRPr sz="1000"/>
            </a:lvl8pPr>
            <a:lvl9pPr indent="-292100" lvl="8" marL="4114800">
              <a:spcBef>
                <a:spcPts val="800"/>
              </a:spcBef>
              <a:spcAft>
                <a:spcPts val="800"/>
              </a:spcAft>
              <a:buSzPts val="1000"/>
              <a:buFont typeface="Space Grotesk"/>
              <a:buChar char="■"/>
              <a:defRPr sz="1000"/>
            </a:lvl9pPr>
          </a:lstStyle>
          <a:p/>
        </p:txBody>
      </p:sp>
      <p:sp>
        <p:nvSpPr>
          <p:cNvPr id="124" name="Google Shape;124;p9"/>
          <p:cNvSpPr/>
          <p:nvPr>
            <p:ph idx="2" type="pic"/>
          </p:nvPr>
        </p:nvSpPr>
        <p:spPr>
          <a:xfrm>
            <a:off x="0" y="0"/>
            <a:ext cx="2546700" cy="3583200"/>
          </a:xfrm>
          <a:prstGeom prst="rect">
            <a:avLst/>
          </a:prstGeom>
          <a:noFill/>
          <a:ln>
            <a:noFill/>
          </a:ln>
        </p:spPr>
      </p:sp>
      <p:sp>
        <p:nvSpPr>
          <p:cNvPr id="125" name="Google Shape;125;p9"/>
          <p:cNvSpPr/>
          <p:nvPr>
            <p:ph idx="3" type="pic"/>
          </p:nvPr>
        </p:nvSpPr>
        <p:spPr>
          <a:xfrm>
            <a:off x="280475" y="474638"/>
            <a:ext cx="2940900" cy="4668900"/>
          </a:xfrm>
          <a:prstGeom prst="rect">
            <a:avLst/>
          </a:prstGeom>
          <a:noFill/>
          <a:ln>
            <a:noFill/>
          </a:ln>
        </p:spPr>
      </p:sp>
      <p:sp>
        <p:nvSpPr>
          <p:cNvPr id="126" name="Google Shape;126;p9"/>
          <p:cNvSpPr/>
          <p:nvPr/>
        </p:nvSpPr>
        <p:spPr>
          <a:xfrm>
            <a:off x="3596536" y="253823"/>
            <a:ext cx="1082100" cy="342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27" name="Google Shape;127;p9"/>
          <p:cNvSpPr txBox="1"/>
          <p:nvPr>
            <p:ph idx="4" type="body"/>
          </p:nvPr>
        </p:nvSpPr>
        <p:spPr>
          <a:xfrm>
            <a:off x="5511500" y="3126450"/>
            <a:ext cx="1384800" cy="16281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lvl1pPr>
            <a:lvl2pPr indent="-292100" lvl="1" marL="914400">
              <a:spcBef>
                <a:spcPts val="800"/>
              </a:spcBef>
              <a:spcAft>
                <a:spcPts val="0"/>
              </a:spcAft>
              <a:buSzPts val="1000"/>
              <a:buFont typeface="Space Grotesk"/>
              <a:buChar char="○"/>
              <a:defRPr sz="1000"/>
            </a:lvl2pPr>
            <a:lvl3pPr indent="-292100" lvl="2" marL="1371600">
              <a:spcBef>
                <a:spcPts val="800"/>
              </a:spcBef>
              <a:spcAft>
                <a:spcPts val="0"/>
              </a:spcAft>
              <a:buSzPts val="1000"/>
              <a:buFont typeface="Space Grotesk"/>
              <a:buChar char="■"/>
              <a:defRPr sz="1000"/>
            </a:lvl3pPr>
            <a:lvl4pPr indent="-292100" lvl="3" marL="1828800">
              <a:spcBef>
                <a:spcPts val="800"/>
              </a:spcBef>
              <a:spcAft>
                <a:spcPts val="0"/>
              </a:spcAft>
              <a:buSzPts val="1000"/>
              <a:buFont typeface="Space Grotesk"/>
              <a:buChar char="●"/>
              <a:defRPr sz="1000"/>
            </a:lvl4pPr>
            <a:lvl5pPr indent="-292100" lvl="4" marL="2286000">
              <a:spcBef>
                <a:spcPts val="800"/>
              </a:spcBef>
              <a:spcAft>
                <a:spcPts val="0"/>
              </a:spcAft>
              <a:buSzPts val="1000"/>
              <a:buFont typeface="Space Grotesk"/>
              <a:buChar char="○"/>
              <a:defRPr sz="1000"/>
            </a:lvl5pPr>
            <a:lvl6pPr indent="-292100" lvl="5" marL="2743200">
              <a:spcBef>
                <a:spcPts val="800"/>
              </a:spcBef>
              <a:spcAft>
                <a:spcPts val="0"/>
              </a:spcAft>
              <a:buSzPts val="1000"/>
              <a:buFont typeface="Space Grotesk"/>
              <a:buChar char="■"/>
              <a:defRPr sz="1000"/>
            </a:lvl6pPr>
            <a:lvl7pPr indent="-292100" lvl="6" marL="3200400">
              <a:spcBef>
                <a:spcPts val="800"/>
              </a:spcBef>
              <a:spcAft>
                <a:spcPts val="0"/>
              </a:spcAft>
              <a:buSzPts val="1000"/>
              <a:buFont typeface="Space Grotesk"/>
              <a:buChar char="●"/>
              <a:defRPr sz="1000"/>
            </a:lvl7pPr>
            <a:lvl8pPr indent="-292100" lvl="7" marL="3657600">
              <a:spcBef>
                <a:spcPts val="800"/>
              </a:spcBef>
              <a:spcAft>
                <a:spcPts val="0"/>
              </a:spcAft>
              <a:buSzPts val="1000"/>
              <a:buFont typeface="Space Grotesk"/>
              <a:buChar char="○"/>
              <a:defRPr sz="1000"/>
            </a:lvl8pPr>
            <a:lvl9pPr indent="-292100" lvl="8" marL="4114800">
              <a:spcBef>
                <a:spcPts val="800"/>
              </a:spcBef>
              <a:spcAft>
                <a:spcPts val="800"/>
              </a:spcAft>
              <a:buSzPts val="1000"/>
              <a:buFont typeface="Space Grotesk"/>
              <a:buChar char="■"/>
              <a:defRPr sz="1000"/>
            </a:lvl9pPr>
          </a:lstStyle>
          <a:p/>
        </p:txBody>
      </p:sp>
      <p:sp>
        <p:nvSpPr>
          <p:cNvPr id="128" name="Google Shape;128;p9"/>
          <p:cNvSpPr txBox="1"/>
          <p:nvPr>
            <p:ph idx="5" type="body"/>
          </p:nvPr>
        </p:nvSpPr>
        <p:spPr>
          <a:xfrm>
            <a:off x="7293076" y="3126450"/>
            <a:ext cx="1461000" cy="16281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lvl1pPr>
            <a:lvl2pPr indent="-292100" lvl="1" marL="914400">
              <a:spcBef>
                <a:spcPts val="800"/>
              </a:spcBef>
              <a:spcAft>
                <a:spcPts val="0"/>
              </a:spcAft>
              <a:buSzPts val="1000"/>
              <a:buFont typeface="Space Grotesk"/>
              <a:buChar char="○"/>
              <a:defRPr sz="1000"/>
            </a:lvl2pPr>
            <a:lvl3pPr indent="-292100" lvl="2" marL="1371600">
              <a:spcBef>
                <a:spcPts val="800"/>
              </a:spcBef>
              <a:spcAft>
                <a:spcPts val="0"/>
              </a:spcAft>
              <a:buSzPts val="1000"/>
              <a:buFont typeface="Space Grotesk"/>
              <a:buChar char="■"/>
              <a:defRPr sz="1000"/>
            </a:lvl3pPr>
            <a:lvl4pPr indent="-292100" lvl="3" marL="1828800">
              <a:spcBef>
                <a:spcPts val="800"/>
              </a:spcBef>
              <a:spcAft>
                <a:spcPts val="0"/>
              </a:spcAft>
              <a:buSzPts val="1000"/>
              <a:buFont typeface="Space Grotesk"/>
              <a:buChar char="●"/>
              <a:defRPr sz="1000"/>
            </a:lvl4pPr>
            <a:lvl5pPr indent="-292100" lvl="4" marL="2286000">
              <a:spcBef>
                <a:spcPts val="800"/>
              </a:spcBef>
              <a:spcAft>
                <a:spcPts val="0"/>
              </a:spcAft>
              <a:buSzPts val="1000"/>
              <a:buFont typeface="Space Grotesk"/>
              <a:buChar char="○"/>
              <a:defRPr sz="1000"/>
            </a:lvl5pPr>
            <a:lvl6pPr indent="-292100" lvl="5" marL="2743200">
              <a:spcBef>
                <a:spcPts val="800"/>
              </a:spcBef>
              <a:spcAft>
                <a:spcPts val="0"/>
              </a:spcAft>
              <a:buSzPts val="1000"/>
              <a:buFont typeface="Space Grotesk"/>
              <a:buChar char="■"/>
              <a:defRPr sz="1000"/>
            </a:lvl6pPr>
            <a:lvl7pPr indent="-292100" lvl="6" marL="3200400">
              <a:spcBef>
                <a:spcPts val="800"/>
              </a:spcBef>
              <a:spcAft>
                <a:spcPts val="0"/>
              </a:spcAft>
              <a:buSzPts val="1000"/>
              <a:buFont typeface="Space Grotesk"/>
              <a:buChar char="●"/>
              <a:defRPr sz="1000"/>
            </a:lvl7pPr>
            <a:lvl8pPr indent="-292100" lvl="7" marL="3657600">
              <a:spcBef>
                <a:spcPts val="800"/>
              </a:spcBef>
              <a:spcAft>
                <a:spcPts val="0"/>
              </a:spcAft>
              <a:buSzPts val="1000"/>
              <a:buFont typeface="Space Grotesk"/>
              <a:buChar char="○"/>
              <a:defRPr sz="1000"/>
            </a:lvl8pPr>
            <a:lvl9pPr indent="-292100" lvl="8" marL="4114800">
              <a:spcBef>
                <a:spcPts val="800"/>
              </a:spcBef>
              <a:spcAft>
                <a:spcPts val="800"/>
              </a:spcAft>
              <a:buSzPts val="1000"/>
              <a:buFont typeface="Space Grotesk"/>
              <a:buChar char="■"/>
              <a:defRPr sz="1000"/>
            </a:lvl9pPr>
          </a:lstStyle>
          <a:p/>
        </p:txBody>
      </p:sp>
      <p:sp>
        <p:nvSpPr>
          <p:cNvPr id="129" name="Google Shape;129;p9"/>
          <p:cNvSpPr txBox="1"/>
          <p:nvPr>
            <p:ph type="title"/>
          </p:nvPr>
        </p:nvSpPr>
        <p:spPr>
          <a:xfrm>
            <a:off x="3598725" y="1485838"/>
            <a:ext cx="4801500" cy="751500"/>
          </a:xfrm>
          <a:prstGeom prst="rect">
            <a:avLst/>
          </a:prstGeom>
        </p:spPr>
        <p:txBody>
          <a:bodyPr anchorCtr="0" anchor="t" bIns="0" lIns="0" spcFirstLastPara="1" rIns="0" wrap="square" tIns="0">
            <a:noAutofit/>
          </a:bodyPr>
          <a:lstStyle>
            <a:lvl1pPr lvl="0">
              <a:spcBef>
                <a:spcPts val="0"/>
              </a:spcBef>
              <a:spcAft>
                <a:spcPts val="0"/>
              </a:spcAft>
              <a:buSzPts val="2800"/>
              <a:buNone/>
              <a:defRPr sz="1000">
                <a:solidFill>
                  <a:schemeClr val="lt2"/>
                </a:solidFill>
                <a:latin typeface="Space Grotesk"/>
                <a:ea typeface="Space Grotesk"/>
                <a:cs typeface="Space Grotesk"/>
                <a:sym typeface="Space Grotesk"/>
              </a:defRPr>
            </a:lvl1pPr>
            <a:lvl2pPr lvl="1">
              <a:spcBef>
                <a:spcPts val="0"/>
              </a:spcBef>
              <a:spcAft>
                <a:spcPts val="0"/>
              </a:spcAft>
              <a:buSzPts val="2800"/>
              <a:buNone/>
              <a:defRPr sz="1000">
                <a:solidFill>
                  <a:schemeClr val="lt2"/>
                </a:solidFill>
                <a:latin typeface="Space Grotesk"/>
                <a:ea typeface="Space Grotesk"/>
                <a:cs typeface="Space Grotesk"/>
                <a:sym typeface="Space Grotesk"/>
              </a:defRPr>
            </a:lvl2pPr>
            <a:lvl3pPr lvl="2">
              <a:spcBef>
                <a:spcPts val="0"/>
              </a:spcBef>
              <a:spcAft>
                <a:spcPts val="0"/>
              </a:spcAft>
              <a:buSzPts val="2800"/>
              <a:buNone/>
              <a:defRPr sz="1000">
                <a:solidFill>
                  <a:schemeClr val="lt2"/>
                </a:solidFill>
                <a:latin typeface="Space Grotesk"/>
                <a:ea typeface="Space Grotesk"/>
                <a:cs typeface="Space Grotesk"/>
                <a:sym typeface="Space Grotesk"/>
              </a:defRPr>
            </a:lvl3pPr>
            <a:lvl4pPr lvl="3">
              <a:spcBef>
                <a:spcPts val="0"/>
              </a:spcBef>
              <a:spcAft>
                <a:spcPts val="0"/>
              </a:spcAft>
              <a:buSzPts val="2800"/>
              <a:buNone/>
              <a:defRPr sz="1000">
                <a:solidFill>
                  <a:schemeClr val="lt2"/>
                </a:solidFill>
                <a:latin typeface="Space Grotesk"/>
                <a:ea typeface="Space Grotesk"/>
                <a:cs typeface="Space Grotesk"/>
                <a:sym typeface="Space Grotesk"/>
              </a:defRPr>
            </a:lvl4pPr>
            <a:lvl5pPr lvl="4">
              <a:spcBef>
                <a:spcPts val="0"/>
              </a:spcBef>
              <a:spcAft>
                <a:spcPts val="0"/>
              </a:spcAft>
              <a:buSzPts val="2800"/>
              <a:buNone/>
              <a:defRPr sz="1000">
                <a:solidFill>
                  <a:schemeClr val="lt2"/>
                </a:solidFill>
                <a:latin typeface="Space Grotesk"/>
                <a:ea typeface="Space Grotesk"/>
                <a:cs typeface="Space Grotesk"/>
                <a:sym typeface="Space Grotesk"/>
              </a:defRPr>
            </a:lvl5pPr>
            <a:lvl6pPr lvl="5">
              <a:spcBef>
                <a:spcPts val="0"/>
              </a:spcBef>
              <a:spcAft>
                <a:spcPts val="0"/>
              </a:spcAft>
              <a:buSzPts val="2800"/>
              <a:buNone/>
              <a:defRPr sz="1000">
                <a:solidFill>
                  <a:schemeClr val="lt2"/>
                </a:solidFill>
                <a:latin typeface="Space Grotesk"/>
                <a:ea typeface="Space Grotesk"/>
                <a:cs typeface="Space Grotesk"/>
                <a:sym typeface="Space Grotesk"/>
              </a:defRPr>
            </a:lvl6pPr>
            <a:lvl7pPr lvl="6">
              <a:spcBef>
                <a:spcPts val="0"/>
              </a:spcBef>
              <a:spcAft>
                <a:spcPts val="0"/>
              </a:spcAft>
              <a:buSzPts val="2800"/>
              <a:buNone/>
              <a:defRPr sz="1000">
                <a:solidFill>
                  <a:schemeClr val="lt2"/>
                </a:solidFill>
                <a:latin typeface="Space Grotesk"/>
                <a:ea typeface="Space Grotesk"/>
                <a:cs typeface="Space Grotesk"/>
                <a:sym typeface="Space Grotesk"/>
              </a:defRPr>
            </a:lvl7pPr>
            <a:lvl8pPr lvl="7">
              <a:spcBef>
                <a:spcPts val="0"/>
              </a:spcBef>
              <a:spcAft>
                <a:spcPts val="0"/>
              </a:spcAft>
              <a:buSzPts val="2800"/>
              <a:buNone/>
              <a:defRPr sz="1000">
                <a:solidFill>
                  <a:schemeClr val="lt2"/>
                </a:solidFill>
                <a:latin typeface="Space Grotesk"/>
                <a:ea typeface="Space Grotesk"/>
                <a:cs typeface="Space Grotesk"/>
                <a:sym typeface="Space Grotesk"/>
              </a:defRPr>
            </a:lvl8pPr>
            <a:lvl9pPr lvl="8">
              <a:spcBef>
                <a:spcPts val="0"/>
              </a:spcBef>
              <a:spcAft>
                <a:spcPts val="0"/>
              </a:spcAft>
              <a:buSzPts val="2800"/>
              <a:buNone/>
              <a:defRPr sz="1000">
                <a:solidFill>
                  <a:schemeClr val="lt2"/>
                </a:solidFill>
                <a:latin typeface="Space Grotesk"/>
                <a:ea typeface="Space Grotesk"/>
                <a:cs typeface="Space Grotesk"/>
                <a:sym typeface="Space Grotesk"/>
              </a:defRPr>
            </a:lvl9pPr>
          </a:lstStyle>
          <a:p/>
        </p:txBody>
      </p:sp>
      <p:sp>
        <p:nvSpPr>
          <p:cNvPr id="130" name="Google Shape;130;p9"/>
          <p:cNvSpPr txBox="1"/>
          <p:nvPr>
            <p:ph idx="6" type="subTitle"/>
          </p:nvPr>
        </p:nvSpPr>
        <p:spPr>
          <a:xfrm>
            <a:off x="3721600" y="2709275"/>
            <a:ext cx="1574700" cy="2427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1500"/>
              <a:buFont typeface="Space Grotesk"/>
              <a:buNone/>
              <a:defRPr sz="1500">
                <a:solidFill>
                  <a:schemeClr val="lt2"/>
                </a:solidFill>
              </a:defRPr>
            </a:lvl1pPr>
            <a:lvl2pPr lvl="1">
              <a:lnSpc>
                <a:spcPct val="80000"/>
              </a:lnSpc>
              <a:spcBef>
                <a:spcPts val="0"/>
              </a:spcBef>
              <a:spcAft>
                <a:spcPts val="0"/>
              </a:spcAft>
              <a:buClr>
                <a:schemeClr val="lt2"/>
              </a:buClr>
              <a:buSzPts val="1500"/>
              <a:buFont typeface="Space Grotesk"/>
              <a:buNone/>
              <a:defRPr sz="1500">
                <a:solidFill>
                  <a:schemeClr val="lt2"/>
                </a:solidFill>
              </a:defRPr>
            </a:lvl2pPr>
            <a:lvl3pPr lvl="2">
              <a:lnSpc>
                <a:spcPct val="80000"/>
              </a:lnSpc>
              <a:spcBef>
                <a:spcPts val="0"/>
              </a:spcBef>
              <a:spcAft>
                <a:spcPts val="0"/>
              </a:spcAft>
              <a:buClr>
                <a:schemeClr val="lt2"/>
              </a:buClr>
              <a:buSzPts val="1500"/>
              <a:buFont typeface="Space Grotesk"/>
              <a:buNone/>
              <a:defRPr sz="1500">
                <a:solidFill>
                  <a:schemeClr val="lt2"/>
                </a:solidFill>
              </a:defRPr>
            </a:lvl3pPr>
            <a:lvl4pPr lvl="3">
              <a:lnSpc>
                <a:spcPct val="80000"/>
              </a:lnSpc>
              <a:spcBef>
                <a:spcPts val="0"/>
              </a:spcBef>
              <a:spcAft>
                <a:spcPts val="0"/>
              </a:spcAft>
              <a:buClr>
                <a:schemeClr val="lt2"/>
              </a:buClr>
              <a:buSzPts val="1500"/>
              <a:buFont typeface="Space Grotesk"/>
              <a:buNone/>
              <a:defRPr sz="1500">
                <a:solidFill>
                  <a:schemeClr val="lt2"/>
                </a:solidFill>
              </a:defRPr>
            </a:lvl4pPr>
            <a:lvl5pPr lvl="4">
              <a:lnSpc>
                <a:spcPct val="80000"/>
              </a:lnSpc>
              <a:spcBef>
                <a:spcPts val="0"/>
              </a:spcBef>
              <a:spcAft>
                <a:spcPts val="0"/>
              </a:spcAft>
              <a:buClr>
                <a:schemeClr val="lt2"/>
              </a:buClr>
              <a:buSzPts val="1500"/>
              <a:buFont typeface="Space Grotesk"/>
              <a:buNone/>
              <a:defRPr sz="1500">
                <a:solidFill>
                  <a:schemeClr val="lt2"/>
                </a:solidFill>
              </a:defRPr>
            </a:lvl5pPr>
            <a:lvl6pPr lvl="5">
              <a:lnSpc>
                <a:spcPct val="80000"/>
              </a:lnSpc>
              <a:spcBef>
                <a:spcPts val="0"/>
              </a:spcBef>
              <a:spcAft>
                <a:spcPts val="0"/>
              </a:spcAft>
              <a:buClr>
                <a:schemeClr val="lt2"/>
              </a:buClr>
              <a:buSzPts val="1500"/>
              <a:buFont typeface="Space Grotesk"/>
              <a:buNone/>
              <a:defRPr sz="1500">
                <a:solidFill>
                  <a:schemeClr val="lt2"/>
                </a:solidFill>
              </a:defRPr>
            </a:lvl6pPr>
            <a:lvl7pPr lvl="6">
              <a:lnSpc>
                <a:spcPct val="80000"/>
              </a:lnSpc>
              <a:spcBef>
                <a:spcPts val="0"/>
              </a:spcBef>
              <a:spcAft>
                <a:spcPts val="0"/>
              </a:spcAft>
              <a:buClr>
                <a:schemeClr val="lt2"/>
              </a:buClr>
              <a:buSzPts val="1500"/>
              <a:buFont typeface="Space Grotesk"/>
              <a:buNone/>
              <a:defRPr sz="1500">
                <a:solidFill>
                  <a:schemeClr val="lt2"/>
                </a:solidFill>
              </a:defRPr>
            </a:lvl7pPr>
            <a:lvl8pPr lvl="7">
              <a:lnSpc>
                <a:spcPct val="80000"/>
              </a:lnSpc>
              <a:spcBef>
                <a:spcPts val="0"/>
              </a:spcBef>
              <a:spcAft>
                <a:spcPts val="0"/>
              </a:spcAft>
              <a:buClr>
                <a:schemeClr val="lt2"/>
              </a:buClr>
              <a:buSzPts val="1500"/>
              <a:buFont typeface="Space Grotesk"/>
              <a:buNone/>
              <a:defRPr sz="1500">
                <a:solidFill>
                  <a:schemeClr val="lt2"/>
                </a:solidFill>
              </a:defRPr>
            </a:lvl8pPr>
            <a:lvl9pPr lvl="8">
              <a:lnSpc>
                <a:spcPct val="80000"/>
              </a:lnSpc>
              <a:spcBef>
                <a:spcPts val="0"/>
              </a:spcBef>
              <a:spcAft>
                <a:spcPts val="0"/>
              </a:spcAft>
              <a:buClr>
                <a:schemeClr val="lt2"/>
              </a:buClr>
              <a:buSzPts val="1500"/>
              <a:buFont typeface="Space Grotesk"/>
              <a:buNone/>
              <a:defRPr sz="1500">
                <a:solidFill>
                  <a:schemeClr val="lt2"/>
                </a:solidFill>
              </a:defRPr>
            </a:lvl9pPr>
          </a:lstStyle>
          <a:p/>
        </p:txBody>
      </p:sp>
      <p:sp>
        <p:nvSpPr>
          <p:cNvPr id="131" name="Google Shape;131;p9"/>
          <p:cNvSpPr txBox="1"/>
          <p:nvPr>
            <p:ph idx="7" type="subTitle"/>
          </p:nvPr>
        </p:nvSpPr>
        <p:spPr>
          <a:xfrm>
            <a:off x="5511500" y="2709275"/>
            <a:ext cx="1574700" cy="2427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1500"/>
              <a:buFont typeface="Space Grotesk"/>
              <a:buNone/>
              <a:defRPr sz="1500">
                <a:solidFill>
                  <a:schemeClr val="lt2"/>
                </a:solidFill>
              </a:defRPr>
            </a:lvl1pPr>
            <a:lvl2pPr lvl="1">
              <a:lnSpc>
                <a:spcPct val="80000"/>
              </a:lnSpc>
              <a:spcBef>
                <a:spcPts val="0"/>
              </a:spcBef>
              <a:spcAft>
                <a:spcPts val="0"/>
              </a:spcAft>
              <a:buClr>
                <a:schemeClr val="lt2"/>
              </a:buClr>
              <a:buSzPts val="1500"/>
              <a:buFont typeface="Space Grotesk"/>
              <a:buNone/>
              <a:defRPr sz="1500">
                <a:solidFill>
                  <a:schemeClr val="lt2"/>
                </a:solidFill>
              </a:defRPr>
            </a:lvl2pPr>
            <a:lvl3pPr lvl="2">
              <a:lnSpc>
                <a:spcPct val="80000"/>
              </a:lnSpc>
              <a:spcBef>
                <a:spcPts val="0"/>
              </a:spcBef>
              <a:spcAft>
                <a:spcPts val="0"/>
              </a:spcAft>
              <a:buClr>
                <a:schemeClr val="lt2"/>
              </a:buClr>
              <a:buSzPts val="1500"/>
              <a:buFont typeface="Space Grotesk"/>
              <a:buNone/>
              <a:defRPr sz="1500">
                <a:solidFill>
                  <a:schemeClr val="lt2"/>
                </a:solidFill>
              </a:defRPr>
            </a:lvl3pPr>
            <a:lvl4pPr lvl="3">
              <a:lnSpc>
                <a:spcPct val="80000"/>
              </a:lnSpc>
              <a:spcBef>
                <a:spcPts val="0"/>
              </a:spcBef>
              <a:spcAft>
                <a:spcPts val="0"/>
              </a:spcAft>
              <a:buClr>
                <a:schemeClr val="lt2"/>
              </a:buClr>
              <a:buSzPts val="1500"/>
              <a:buFont typeface="Space Grotesk"/>
              <a:buNone/>
              <a:defRPr sz="1500">
                <a:solidFill>
                  <a:schemeClr val="lt2"/>
                </a:solidFill>
              </a:defRPr>
            </a:lvl4pPr>
            <a:lvl5pPr lvl="4">
              <a:lnSpc>
                <a:spcPct val="80000"/>
              </a:lnSpc>
              <a:spcBef>
                <a:spcPts val="0"/>
              </a:spcBef>
              <a:spcAft>
                <a:spcPts val="0"/>
              </a:spcAft>
              <a:buClr>
                <a:schemeClr val="lt2"/>
              </a:buClr>
              <a:buSzPts val="1500"/>
              <a:buFont typeface="Space Grotesk"/>
              <a:buNone/>
              <a:defRPr sz="1500">
                <a:solidFill>
                  <a:schemeClr val="lt2"/>
                </a:solidFill>
              </a:defRPr>
            </a:lvl5pPr>
            <a:lvl6pPr lvl="5">
              <a:lnSpc>
                <a:spcPct val="80000"/>
              </a:lnSpc>
              <a:spcBef>
                <a:spcPts val="0"/>
              </a:spcBef>
              <a:spcAft>
                <a:spcPts val="0"/>
              </a:spcAft>
              <a:buClr>
                <a:schemeClr val="lt2"/>
              </a:buClr>
              <a:buSzPts val="1500"/>
              <a:buFont typeface="Space Grotesk"/>
              <a:buNone/>
              <a:defRPr sz="1500">
                <a:solidFill>
                  <a:schemeClr val="lt2"/>
                </a:solidFill>
              </a:defRPr>
            </a:lvl6pPr>
            <a:lvl7pPr lvl="6">
              <a:lnSpc>
                <a:spcPct val="80000"/>
              </a:lnSpc>
              <a:spcBef>
                <a:spcPts val="0"/>
              </a:spcBef>
              <a:spcAft>
                <a:spcPts val="0"/>
              </a:spcAft>
              <a:buClr>
                <a:schemeClr val="lt2"/>
              </a:buClr>
              <a:buSzPts val="1500"/>
              <a:buFont typeface="Space Grotesk"/>
              <a:buNone/>
              <a:defRPr sz="1500">
                <a:solidFill>
                  <a:schemeClr val="lt2"/>
                </a:solidFill>
              </a:defRPr>
            </a:lvl7pPr>
            <a:lvl8pPr lvl="7">
              <a:lnSpc>
                <a:spcPct val="80000"/>
              </a:lnSpc>
              <a:spcBef>
                <a:spcPts val="0"/>
              </a:spcBef>
              <a:spcAft>
                <a:spcPts val="0"/>
              </a:spcAft>
              <a:buClr>
                <a:schemeClr val="lt2"/>
              </a:buClr>
              <a:buSzPts val="1500"/>
              <a:buFont typeface="Space Grotesk"/>
              <a:buNone/>
              <a:defRPr sz="1500">
                <a:solidFill>
                  <a:schemeClr val="lt2"/>
                </a:solidFill>
              </a:defRPr>
            </a:lvl8pPr>
            <a:lvl9pPr lvl="8">
              <a:lnSpc>
                <a:spcPct val="80000"/>
              </a:lnSpc>
              <a:spcBef>
                <a:spcPts val="0"/>
              </a:spcBef>
              <a:spcAft>
                <a:spcPts val="0"/>
              </a:spcAft>
              <a:buClr>
                <a:schemeClr val="lt2"/>
              </a:buClr>
              <a:buSzPts val="1500"/>
              <a:buFont typeface="Space Grotesk"/>
              <a:buNone/>
              <a:defRPr sz="1500">
                <a:solidFill>
                  <a:schemeClr val="lt2"/>
                </a:solidFill>
              </a:defRPr>
            </a:lvl9pPr>
          </a:lstStyle>
          <a:p/>
        </p:txBody>
      </p:sp>
      <p:sp>
        <p:nvSpPr>
          <p:cNvPr id="132" name="Google Shape;132;p9"/>
          <p:cNvSpPr txBox="1"/>
          <p:nvPr>
            <p:ph idx="8" type="subTitle"/>
          </p:nvPr>
        </p:nvSpPr>
        <p:spPr>
          <a:xfrm>
            <a:off x="7293076" y="2713624"/>
            <a:ext cx="1598400" cy="2427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1500"/>
              <a:buFont typeface="Space Grotesk"/>
              <a:buNone/>
              <a:defRPr sz="1500">
                <a:solidFill>
                  <a:schemeClr val="lt2"/>
                </a:solidFill>
              </a:defRPr>
            </a:lvl1pPr>
            <a:lvl2pPr lvl="1">
              <a:lnSpc>
                <a:spcPct val="80000"/>
              </a:lnSpc>
              <a:spcBef>
                <a:spcPts val="0"/>
              </a:spcBef>
              <a:spcAft>
                <a:spcPts val="0"/>
              </a:spcAft>
              <a:buClr>
                <a:schemeClr val="lt2"/>
              </a:buClr>
              <a:buSzPts val="1500"/>
              <a:buFont typeface="Space Grotesk"/>
              <a:buNone/>
              <a:defRPr sz="1500">
                <a:solidFill>
                  <a:schemeClr val="lt2"/>
                </a:solidFill>
              </a:defRPr>
            </a:lvl2pPr>
            <a:lvl3pPr lvl="2">
              <a:lnSpc>
                <a:spcPct val="80000"/>
              </a:lnSpc>
              <a:spcBef>
                <a:spcPts val="0"/>
              </a:spcBef>
              <a:spcAft>
                <a:spcPts val="0"/>
              </a:spcAft>
              <a:buClr>
                <a:schemeClr val="lt2"/>
              </a:buClr>
              <a:buSzPts val="1500"/>
              <a:buFont typeface="Space Grotesk"/>
              <a:buNone/>
              <a:defRPr sz="1500">
                <a:solidFill>
                  <a:schemeClr val="lt2"/>
                </a:solidFill>
              </a:defRPr>
            </a:lvl3pPr>
            <a:lvl4pPr lvl="3">
              <a:lnSpc>
                <a:spcPct val="80000"/>
              </a:lnSpc>
              <a:spcBef>
                <a:spcPts val="0"/>
              </a:spcBef>
              <a:spcAft>
                <a:spcPts val="0"/>
              </a:spcAft>
              <a:buClr>
                <a:schemeClr val="lt2"/>
              </a:buClr>
              <a:buSzPts val="1500"/>
              <a:buFont typeface="Space Grotesk"/>
              <a:buNone/>
              <a:defRPr sz="1500">
                <a:solidFill>
                  <a:schemeClr val="lt2"/>
                </a:solidFill>
              </a:defRPr>
            </a:lvl4pPr>
            <a:lvl5pPr lvl="4">
              <a:lnSpc>
                <a:spcPct val="80000"/>
              </a:lnSpc>
              <a:spcBef>
                <a:spcPts val="0"/>
              </a:spcBef>
              <a:spcAft>
                <a:spcPts val="0"/>
              </a:spcAft>
              <a:buClr>
                <a:schemeClr val="lt2"/>
              </a:buClr>
              <a:buSzPts val="1500"/>
              <a:buFont typeface="Space Grotesk"/>
              <a:buNone/>
              <a:defRPr sz="1500">
                <a:solidFill>
                  <a:schemeClr val="lt2"/>
                </a:solidFill>
              </a:defRPr>
            </a:lvl5pPr>
            <a:lvl6pPr lvl="5">
              <a:lnSpc>
                <a:spcPct val="80000"/>
              </a:lnSpc>
              <a:spcBef>
                <a:spcPts val="0"/>
              </a:spcBef>
              <a:spcAft>
                <a:spcPts val="0"/>
              </a:spcAft>
              <a:buClr>
                <a:schemeClr val="lt2"/>
              </a:buClr>
              <a:buSzPts val="1500"/>
              <a:buFont typeface="Space Grotesk"/>
              <a:buNone/>
              <a:defRPr sz="1500">
                <a:solidFill>
                  <a:schemeClr val="lt2"/>
                </a:solidFill>
              </a:defRPr>
            </a:lvl6pPr>
            <a:lvl7pPr lvl="6">
              <a:lnSpc>
                <a:spcPct val="80000"/>
              </a:lnSpc>
              <a:spcBef>
                <a:spcPts val="0"/>
              </a:spcBef>
              <a:spcAft>
                <a:spcPts val="0"/>
              </a:spcAft>
              <a:buClr>
                <a:schemeClr val="lt2"/>
              </a:buClr>
              <a:buSzPts val="1500"/>
              <a:buFont typeface="Space Grotesk"/>
              <a:buNone/>
              <a:defRPr sz="1500">
                <a:solidFill>
                  <a:schemeClr val="lt2"/>
                </a:solidFill>
              </a:defRPr>
            </a:lvl7pPr>
            <a:lvl8pPr lvl="7">
              <a:lnSpc>
                <a:spcPct val="80000"/>
              </a:lnSpc>
              <a:spcBef>
                <a:spcPts val="0"/>
              </a:spcBef>
              <a:spcAft>
                <a:spcPts val="0"/>
              </a:spcAft>
              <a:buClr>
                <a:schemeClr val="lt2"/>
              </a:buClr>
              <a:buSzPts val="1500"/>
              <a:buFont typeface="Space Grotesk"/>
              <a:buNone/>
              <a:defRPr sz="1500">
                <a:solidFill>
                  <a:schemeClr val="lt2"/>
                </a:solidFill>
              </a:defRPr>
            </a:lvl8pPr>
            <a:lvl9pPr lvl="8">
              <a:lnSpc>
                <a:spcPct val="80000"/>
              </a:lnSpc>
              <a:spcBef>
                <a:spcPts val="0"/>
              </a:spcBef>
              <a:spcAft>
                <a:spcPts val="0"/>
              </a:spcAft>
              <a:buClr>
                <a:schemeClr val="lt2"/>
              </a:buClr>
              <a:buSzPts val="1500"/>
              <a:buFont typeface="Space Grotesk"/>
              <a:buNone/>
              <a:defRPr sz="1500">
                <a:solidFill>
                  <a:schemeClr val="lt2"/>
                </a:solidFill>
              </a:defRPr>
            </a:lvl9pPr>
          </a:lstStyle>
          <a:p/>
        </p:txBody>
      </p:sp>
      <p:sp>
        <p:nvSpPr>
          <p:cNvPr id="133" name="Google Shape;133;p9"/>
          <p:cNvSpPr txBox="1"/>
          <p:nvPr>
            <p:ph idx="9" type="title"/>
          </p:nvPr>
        </p:nvSpPr>
        <p:spPr>
          <a:xfrm>
            <a:off x="3596525" y="522925"/>
            <a:ext cx="5295000" cy="836700"/>
          </a:xfrm>
          <a:prstGeom prst="rect">
            <a:avLst/>
          </a:prstGeom>
        </p:spPr>
        <p:txBody>
          <a:bodyPr anchorCtr="0" anchor="t" bIns="0" lIns="0" spcFirstLastPara="1" rIns="0" wrap="square" tIns="0">
            <a:noAutofit/>
          </a:bodyPr>
          <a:lstStyle>
            <a:lvl1pPr lvl="0">
              <a:lnSpc>
                <a:spcPct val="80000"/>
              </a:lnSpc>
              <a:spcBef>
                <a:spcPts val="0"/>
              </a:spcBef>
              <a:spcAft>
                <a:spcPts val="0"/>
              </a:spcAft>
              <a:buSzPts val="2800"/>
              <a:buNone/>
              <a:defRPr sz="3500">
                <a:highlight>
                  <a:schemeClr val="accent5"/>
                </a:highlight>
                <a:latin typeface="Space Grotesk"/>
                <a:ea typeface="Space Grotesk"/>
                <a:cs typeface="Space Grotesk"/>
                <a:sym typeface="Space Grotesk"/>
              </a:defRPr>
            </a:lvl1pPr>
            <a:lvl2pPr lvl="1">
              <a:lnSpc>
                <a:spcPct val="115000"/>
              </a:lnSpc>
              <a:spcBef>
                <a:spcPts val="0"/>
              </a:spcBef>
              <a:spcAft>
                <a:spcPts val="0"/>
              </a:spcAft>
              <a:buSzPts val="2800"/>
              <a:buNone/>
              <a:defRPr sz="3900">
                <a:highlight>
                  <a:schemeClr val="accent5"/>
                </a:highlight>
              </a:defRPr>
            </a:lvl2pPr>
            <a:lvl3pPr lvl="2">
              <a:lnSpc>
                <a:spcPct val="115000"/>
              </a:lnSpc>
              <a:spcBef>
                <a:spcPts val="0"/>
              </a:spcBef>
              <a:spcAft>
                <a:spcPts val="0"/>
              </a:spcAft>
              <a:buSzPts val="2800"/>
              <a:buNone/>
              <a:defRPr sz="3900">
                <a:highlight>
                  <a:schemeClr val="accent5"/>
                </a:highlight>
              </a:defRPr>
            </a:lvl3pPr>
            <a:lvl4pPr lvl="3">
              <a:lnSpc>
                <a:spcPct val="115000"/>
              </a:lnSpc>
              <a:spcBef>
                <a:spcPts val="0"/>
              </a:spcBef>
              <a:spcAft>
                <a:spcPts val="0"/>
              </a:spcAft>
              <a:buSzPts val="2800"/>
              <a:buNone/>
              <a:defRPr sz="3900">
                <a:highlight>
                  <a:schemeClr val="accent5"/>
                </a:highlight>
              </a:defRPr>
            </a:lvl4pPr>
            <a:lvl5pPr lvl="4">
              <a:lnSpc>
                <a:spcPct val="115000"/>
              </a:lnSpc>
              <a:spcBef>
                <a:spcPts val="0"/>
              </a:spcBef>
              <a:spcAft>
                <a:spcPts val="0"/>
              </a:spcAft>
              <a:buSzPts val="2800"/>
              <a:buNone/>
              <a:defRPr sz="3900">
                <a:highlight>
                  <a:schemeClr val="accent5"/>
                </a:highlight>
              </a:defRPr>
            </a:lvl5pPr>
            <a:lvl6pPr lvl="5">
              <a:lnSpc>
                <a:spcPct val="115000"/>
              </a:lnSpc>
              <a:spcBef>
                <a:spcPts val="0"/>
              </a:spcBef>
              <a:spcAft>
                <a:spcPts val="0"/>
              </a:spcAft>
              <a:buSzPts val="2800"/>
              <a:buNone/>
              <a:defRPr sz="3900">
                <a:highlight>
                  <a:schemeClr val="accent5"/>
                </a:highlight>
              </a:defRPr>
            </a:lvl6pPr>
            <a:lvl7pPr lvl="6">
              <a:lnSpc>
                <a:spcPct val="115000"/>
              </a:lnSpc>
              <a:spcBef>
                <a:spcPts val="0"/>
              </a:spcBef>
              <a:spcAft>
                <a:spcPts val="0"/>
              </a:spcAft>
              <a:buSzPts val="2800"/>
              <a:buNone/>
              <a:defRPr sz="3900">
                <a:highlight>
                  <a:schemeClr val="accent5"/>
                </a:highlight>
              </a:defRPr>
            </a:lvl7pPr>
            <a:lvl8pPr lvl="7">
              <a:lnSpc>
                <a:spcPct val="115000"/>
              </a:lnSpc>
              <a:spcBef>
                <a:spcPts val="0"/>
              </a:spcBef>
              <a:spcAft>
                <a:spcPts val="0"/>
              </a:spcAft>
              <a:buSzPts val="2800"/>
              <a:buNone/>
              <a:defRPr sz="3900">
                <a:highlight>
                  <a:schemeClr val="accent5"/>
                </a:highlight>
              </a:defRPr>
            </a:lvl8pPr>
            <a:lvl9pPr lvl="8">
              <a:lnSpc>
                <a:spcPct val="115000"/>
              </a:lnSpc>
              <a:spcBef>
                <a:spcPts val="0"/>
              </a:spcBef>
              <a:spcAft>
                <a:spcPts val="0"/>
              </a:spcAft>
              <a:buSzPts val="2800"/>
              <a:buNone/>
              <a:defRPr sz="3900">
                <a:highlight>
                  <a:schemeClr val="accent5"/>
                </a:highlight>
              </a:defRPr>
            </a:lvl9pPr>
          </a:lstStyle>
          <a:p/>
        </p:txBody>
      </p:sp>
      <p:grpSp>
        <p:nvGrpSpPr>
          <p:cNvPr id="134" name="Google Shape;134;p9"/>
          <p:cNvGrpSpPr/>
          <p:nvPr/>
        </p:nvGrpSpPr>
        <p:grpSpPr>
          <a:xfrm>
            <a:off x="4430888" y="323039"/>
            <a:ext cx="149937" cy="118964"/>
            <a:chOff x="2601950" y="1974675"/>
            <a:chExt cx="2474200" cy="1963100"/>
          </a:xfrm>
        </p:grpSpPr>
        <p:sp>
          <p:nvSpPr>
            <p:cNvPr id="135" name="Google Shape;135;p9"/>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36" name="Google Shape;136;p9"/>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37" name="Google Shape;137;p9"/>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38" name="Google Shape;138;p9"/>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39" name="Google Shape;139;p9"/>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40" name="Google Shape;140;p9"/>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41" name="Google Shape;141;p9"/>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grpSp>
        <p:nvGrpSpPr>
          <p:cNvPr id="142" name="Google Shape;142;p9"/>
          <p:cNvGrpSpPr/>
          <p:nvPr/>
        </p:nvGrpSpPr>
        <p:grpSpPr>
          <a:xfrm>
            <a:off x="3680513" y="323039"/>
            <a:ext cx="149937" cy="118964"/>
            <a:chOff x="2601950" y="1974675"/>
            <a:chExt cx="2474200" cy="1963100"/>
          </a:xfrm>
        </p:grpSpPr>
        <p:sp>
          <p:nvSpPr>
            <p:cNvPr id="143" name="Google Shape;143;p9"/>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44" name="Google Shape;144;p9"/>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45" name="Google Shape;145;p9"/>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46" name="Google Shape;146;p9"/>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47" name="Google Shape;147;p9"/>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48" name="Google Shape;148;p9"/>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49" name="Google Shape;149;p9"/>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grpSp>
        <p:nvGrpSpPr>
          <p:cNvPr id="150" name="Google Shape;150;p9"/>
          <p:cNvGrpSpPr/>
          <p:nvPr/>
        </p:nvGrpSpPr>
        <p:grpSpPr>
          <a:xfrm>
            <a:off x="4062602" y="323039"/>
            <a:ext cx="149940" cy="118971"/>
            <a:chOff x="4062602" y="323039"/>
            <a:chExt cx="149940" cy="118971"/>
          </a:xfrm>
        </p:grpSpPr>
        <p:sp>
          <p:nvSpPr>
            <p:cNvPr id="151" name="Google Shape;151;p9"/>
            <p:cNvSpPr/>
            <p:nvPr/>
          </p:nvSpPr>
          <p:spPr>
            <a:xfrm>
              <a:off x="4062602" y="323039"/>
              <a:ext cx="37661" cy="37661"/>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52" name="Google Shape;152;p9"/>
            <p:cNvSpPr/>
            <p:nvPr/>
          </p:nvSpPr>
          <p:spPr>
            <a:xfrm>
              <a:off x="4174877" y="323039"/>
              <a:ext cx="37661" cy="37661"/>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53" name="Google Shape;153;p9"/>
            <p:cNvSpPr/>
            <p:nvPr/>
          </p:nvSpPr>
          <p:spPr>
            <a:xfrm>
              <a:off x="4062605" y="404350"/>
              <a:ext cx="149937" cy="37660"/>
            </a:xfrm>
            <a:custGeom>
              <a:rect b="b" l="l" r="r" t="t"/>
              <a:pathLst>
                <a:path extrusionOk="0" h="24858" w="70393">
                  <a:moveTo>
                    <a:pt x="0" y="0"/>
                  </a:moveTo>
                  <a:lnTo>
                    <a:pt x="0" y="24858"/>
                  </a:lnTo>
                  <a:lnTo>
                    <a:pt x="70392" y="24858"/>
                  </a:lnTo>
                  <a:lnTo>
                    <a:pt x="703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spTree>
  </p:cSld>
  <p:clrMapOvr>
    <a:masterClrMapping/>
  </p:clrMapOvr>
  <p:extLst>
    <p:ext uri="{DCECCB84-F9BA-43D5-87BE-67443E8EF086}">
      <p15:sldGuideLst>
        <p15:guide id="1" pos="468">
          <p15:clr>
            <a:srgbClr val="E46962"/>
          </p15:clr>
        </p15:guide>
        <p15:guide id="2" orient="horz" pos="468">
          <p15:clr>
            <a:srgbClr val="E46962"/>
          </p15:clr>
        </p15:guide>
        <p15:guide id="3" orient="horz" pos="3081">
          <p15:clr>
            <a:srgbClr val="E46962"/>
          </p15:clr>
        </p15:guide>
        <p15:guide id="4" pos="5601">
          <p15:clr>
            <a:srgbClr val="E46962"/>
          </p15:clr>
        </p15:guide>
        <p15:guide id="5" pos="5292">
          <p15:clr>
            <a:srgbClr val="E46962"/>
          </p15:clr>
        </p15:guide>
        <p15:guide id="6" orient="horz" pos="159">
          <p15:clr>
            <a:srgbClr val="E46962"/>
          </p15:clr>
        </p15:guide>
        <p15:guide id="7" orient="horz" pos="2772">
          <p15:clr>
            <a:srgbClr val="E46962"/>
          </p15:clr>
        </p15:guide>
        <p15:guide id="8" pos="159">
          <p15:clr>
            <a:srgbClr val="E46962"/>
          </p15:clr>
        </p15:guide>
        <p15:guide id="9" pos="2268">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BLANK_1_1_1_1_1_1_1_1_1_1_1_1_1_1_2_2">
    <p:bg>
      <p:bgPr>
        <a:solidFill>
          <a:schemeClr val="accent4"/>
        </a:solidFill>
      </p:bgPr>
    </p:bg>
    <p:spTree>
      <p:nvGrpSpPr>
        <p:cNvPr id="154" name="Shape 154"/>
        <p:cNvGrpSpPr/>
        <p:nvPr/>
      </p:nvGrpSpPr>
      <p:grpSpPr>
        <a:xfrm>
          <a:off x="0" y="0"/>
          <a:ext cx="0" cy="0"/>
          <a:chOff x="0" y="0"/>
          <a:chExt cx="0" cy="0"/>
        </a:xfrm>
      </p:grpSpPr>
      <p:sp>
        <p:nvSpPr>
          <p:cNvPr id="155" name="Google Shape;155;p10"/>
          <p:cNvSpPr txBox="1"/>
          <p:nvPr>
            <p:ph type="title"/>
          </p:nvPr>
        </p:nvSpPr>
        <p:spPr>
          <a:xfrm>
            <a:off x="245425" y="1563575"/>
            <a:ext cx="3155400" cy="948300"/>
          </a:xfrm>
          <a:prstGeom prst="rect">
            <a:avLst/>
          </a:prstGeom>
        </p:spPr>
        <p:txBody>
          <a:bodyPr anchorCtr="0" anchor="t" bIns="0" lIns="0" spcFirstLastPara="1" rIns="0" wrap="square" tIns="0">
            <a:noAutofit/>
          </a:bodyPr>
          <a:lstStyle>
            <a:lvl1pPr lvl="0">
              <a:spcBef>
                <a:spcPts val="0"/>
              </a:spcBef>
              <a:spcAft>
                <a:spcPts val="0"/>
              </a:spcAft>
              <a:buSzPts val="2800"/>
              <a:buNone/>
              <a:defRPr sz="1000">
                <a:latin typeface="Space Grotesk"/>
                <a:ea typeface="Space Grotesk"/>
                <a:cs typeface="Space Grotesk"/>
                <a:sym typeface="Space Grotesk"/>
              </a:defRPr>
            </a:lvl1pPr>
            <a:lvl2pPr lvl="1">
              <a:spcBef>
                <a:spcPts val="0"/>
              </a:spcBef>
              <a:spcAft>
                <a:spcPts val="0"/>
              </a:spcAft>
              <a:buSzPts val="2800"/>
              <a:buNone/>
              <a:defRPr sz="1000">
                <a:latin typeface="Space Grotesk"/>
                <a:ea typeface="Space Grotesk"/>
                <a:cs typeface="Space Grotesk"/>
                <a:sym typeface="Space Grotesk"/>
              </a:defRPr>
            </a:lvl2pPr>
            <a:lvl3pPr lvl="2">
              <a:spcBef>
                <a:spcPts val="0"/>
              </a:spcBef>
              <a:spcAft>
                <a:spcPts val="0"/>
              </a:spcAft>
              <a:buSzPts val="2800"/>
              <a:buNone/>
              <a:defRPr sz="1000">
                <a:latin typeface="Space Grotesk"/>
                <a:ea typeface="Space Grotesk"/>
                <a:cs typeface="Space Grotesk"/>
                <a:sym typeface="Space Grotesk"/>
              </a:defRPr>
            </a:lvl3pPr>
            <a:lvl4pPr lvl="3">
              <a:spcBef>
                <a:spcPts val="0"/>
              </a:spcBef>
              <a:spcAft>
                <a:spcPts val="0"/>
              </a:spcAft>
              <a:buSzPts val="2800"/>
              <a:buNone/>
              <a:defRPr sz="1000">
                <a:latin typeface="Space Grotesk"/>
                <a:ea typeface="Space Grotesk"/>
                <a:cs typeface="Space Grotesk"/>
                <a:sym typeface="Space Grotesk"/>
              </a:defRPr>
            </a:lvl4pPr>
            <a:lvl5pPr lvl="4">
              <a:spcBef>
                <a:spcPts val="0"/>
              </a:spcBef>
              <a:spcAft>
                <a:spcPts val="0"/>
              </a:spcAft>
              <a:buSzPts val="2800"/>
              <a:buNone/>
              <a:defRPr sz="1000">
                <a:latin typeface="Space Grotesk"/>
                <a:ea typeface="Space Grotesk"/>
                <a:cs typeface="Space Grotesk"/>
                <a:sym typeface="Space Grotesk"/>
              </a:defRPr>
            </a:lvl5pPr>
            <a:lvl6pPr lvl="5">
              <a:spcBef>
                <a:spcPts val="0"/>
              </a:spcBef>
              <a:spcAft>
                <a:spcPts val="0"/>
              </a:spcAft>
              <a:buSzPts val="2800"/>
              <a:buNone/>
              <a:defRPr sz="1000">
                <a:latin typeface="Space Grotesk"/>
                <a:ea typeface="Space Grotesk"/>
                <a:cs typeface="Space Grotesk"/>
                <a:sym typeface="Space Grotesk"/>
              </a:defRPr>
            </a:lvl6pPr>
            <a:lvl7pPr lvl="6">
              <a:spcBef>
                <a:spcPts val="0"/>
              </a:spcBef>
              <a:spcAft>
                <a:spcPts val="0"/>
              </a:spcAft>
              <a:buSzPts val="2800"/>
              <a:buNone/>
              <a:defRPr sz="1000">
                <a:latin typeface="Space Grotesk"/>
                <a:ea typeface="Space Grotesk"/>
                <a:cs typeface="Space Grotesk"/>
                <a:sym typeface="Space Grotesk"/>
              </a:defRPr>
            </a:lvl7pPr>
            <a:lvl8pPr lvl="7">
              <a:spcBef>
                <a:spcPts val="0"/>
              </a:spcBef>
              <a:spcAft>
                <a:spcPts val="0"/>
              </a:spcAft>
              <a:buSzPts val="2800"/>
              <a:buNone/>
              <a:defRPr sz="1000">
                <a:latin typeface="Space Grotesk"/>
                <a:ea typeface="Space Grotesk"/>
                <a:cs typeface="Space Grotesk"/>
                <a:sym typeface="Space Grotesk"/>
              </a:defRPr>
            </a:lvl8pPr>
            <a:lvl9pPr lvl="8">
              <a:spcBef>
                <a:spcPts val="0"/>
              </a:spcBef>
              <a:spcAft>
                <a:spcPts val="0"/>
              </a:spcAft>
              <a:buSzPts val="2800"/>
              <a:buNone/>
              <a:defRPr sz="1000">
                <a:latin typeface="Space Grotesk"/>
                <a:ea typeface="Space Grotesk"/>
                <a:cs typeface="Space Grotesk"/>
                <a:sym typeface="Space Grotesk"/>
              </a:defRPr>
            </a:lvl9pPr>
          </a:lstStyle>
          <a:p/>
        </p:txBody>
      </p:sp>
      <p:sp>
        <p:nvSpPr>
          <p:cNvPr id="156" name="Google Shape;156;p10"/>
          <p:cNvSpPr txBox="1"/>
          <p:nvPr>
            <p:ph idx="1" type="subTitle"/>
          </p:nvPr>
        </p:nvSpPr>
        <p:spPr>
          <a:xfrm>
            <a:off x="364813" y="2715814"/>
            <a:ext cx="1527900" cy="2427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1pPr>
            <a:lvl2pPr lvl="1">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2pPr>
            <a:lvl3pPr lvl="2">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3pPr>
            <a:lvl4pPr lvl="3">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4pPr>
            <a:lvl5pPr lvl="4">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5pPr>
            <a:lvl6pPr lvl="5">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6pPr>
            <a:lvl7pPr lvl="6">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7pPr>
            <a:lvl8pPr lvl="7">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8pPr>
            <a:lvl9pPr lvl="8">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9pPr>
          </a:lstStyle>
          <a:p/>
        </p:txBody>
      </p:sp>
      <p:sp>
        <p:nvSpPr>
          <p:cNvPr id="157" name="Google Shape;157;p10"/>
          <p:cNvSpPr txBox="1"/>
          <p:nvPr>
            <p:ph idx="2" type="subTitle"/>
          </p:nvPr>
        </p:nvSpPr>
        <p:spPr>
          <a:xfrm>
            <a:off x="3320475" y="2715814"/>
            <a:ext cx="1527900" cy="2427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1pPr>
            <a:lvl2pPr lvl="1">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2pPr>
            <a:lvl3pPr lvl="2">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3pPr>
            <a:lvl4pPr lvl="3">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4pPr>
            <a:lvl5pPr lvl="4">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5pPr>
            <a:lvl6pPr lvl="5">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6pPr>
            <a:lvl7pPr lvl="6">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7pPr>
            <a:lvl8pPr lvl="7">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8pPr>
            <a:lvl9pPr lvl="8">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9pPr>
          </a:lstStyle>
          <a:p/>
        </p:txBody>
      </p:sp>
      <p:sp>
        <p:nvSpPr>
          <p:cNvPr id="158" name="Google Shape;158;p10"/>
          <p:cNvSpPr txBox="1"/>
          <p:nvPr>
            <p:ph idx="3" type="subTitle"/>
          </p:nvPr>
        </p:nvSpPr>
        <p:spPr>
          <a:xfrm>
            <a:off x="6273125" y="2715820"/>
            <a:ext cx="1548300" cy="2427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1pPr>
            <a:lvl2pPr lvl="1">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2pPr>
            <a:lvl3pPr lvl="2">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3pPr>
            <a:lvl4pPr lvl="3">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4pPr>
            <a:lvl5pPr lvl="4">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5pPr>
            <a:lvl6pPr lvl="5">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6pPr>
            <a:lvl7pPr lvl="6">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7pPr>
            <a:lvl8pPr lvl="7">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8pPr>
            <a:lvl9pPr lvl="8">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9pPr>
          </a:lstStyle>
          <a:p/>
        </p:txBody>
      </p:sp>
      <p:sp>
        <p:nvSpPr>
          <p:cNvPr id="159" name="Google Shape;159;p10"/>
          <p:cNvSpPr/>
          <p:nvPr/>
        </p:nvSpPr>
        <p:spPr>
          <a:xfrm>
            <a:off x="252611" y="253823"/>
            <a:ext cx="1082100" cy="342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60" name="Google Shape;160;p10"/>
          <p:cNvSpPr txBox="1"/>
          <p:nvPr>
            <p:ph idx="4" type="title"/>
          </p:nvPr>
        </p:nvSpPr>
        <p:spPr>
          <a:xfrm>
            <a:off x="252600" y="522925"/>
            <a:ext cx="5295000" cy="836700"/>
          </a:xfrm>
          <a:prstGeom prst="rect">
            <a:avLst/>
          </a:prstGeom>
        </p:spPr>
        <p:txBody>
          <a:bodyPr anchorCtr="0" anchor="t" bIns="0" lIns="0" spcFirstLastPara="1" rIns="0" wrap="square" tIns="0">
            <a:noAutofit/>
          </a:bodyPr>
          <a:lstStyle>
            <a:lvl1pPr lvl="0">
              <a:lnSpc>
                <a:spcPct val="80000"/>
              </a:lnSpc>
              <a:spcBef>
                <a:spcPts val="0"/>
              </a:spcBef>
              <a:spcAft>
                <a:spcPts val="0"/>
              </a:spcAft>
              <a:buSzPts val="2800"/>
              <a:buNone/>
              <a:defRPr sz="3500">
                <a:highlight>
                  <a:schemeClr val="accent5"/>
                </a:highlight>
                <a:latin typeface="Space Grotesk"/>
                <a:ea typeface="Space Grotesk"/>
                <a:cs typeface="Space Grotesk"/>
                <a:sym typeface="Space Grotesk"/>
              </a:defRPr>
            </a:lvl1pPr>
            <a:lvl2pPr lvl="1">
              <a:lnSpc>
                <a:spcPct val="115000"/>
              </a:lnSpc>
              <a:spcBef>
                <a:spcPts val="0"/>
              </a:spcBef>
              <a:spcAft>
                <a:spcPts val="0"/>
              </a:spcAft>
              <a:buSzPts val="2800"/>
              <a:buNone/>
              <a:defRPr sz="3900">
                <a:highlight>
                  <a:schemeClr val="accent5"/>
                </a:highlight>
              </a:defRPr>
            </a:lvl2pPr>
            <a:lvl3pPr lvl="2">
              <a:lnSpc>
                <a:spcPct val="115000"/>
              </a:lnSpc>
              <a:spcBef>
                <a:spcPts val="0"/>
              </a:spcBef>
              <a:spcAft>
                <a:spcPts val="0"/>
              </a:spcAft>
              <a:buSzPts val="2800"/>
              <a:buNone/>
              <a:defRPr sz="3900">
                <a:highlight>
                  <a:schemeClr val="accent5"/>
                </a:highlight>
              </a:defRPr>
            </a:lvl3pPr>
            <a:lvl4pPr lvl="3">
              <a:lnSpc>
                <a:spcPct val="115000"/>
              </a:lnSpc>
              <a:spcBef>
                <a:spcPts val="0"/>
              </a:spcBef>
              <a:spcAft>
                <a:spcPts val="0"/>
              </a:spcAft>
              <a:buSzPts val="2800"/>
              <a:buNone/>
              <a:defRPr sz="3900">
                <a:highlight>
                  <a:schemeClr val="accent5"/>
                </a:highlight>
              </a:defRPr>
            </a:lvl4pPr>
            <a:lvl5pPr lvl="4">
              <a:lnSpc>
                <a:spcPct val="115000"/>
              </a:lnSpc>
              <a:spcBef>
                <a:spcPts val="0"/>
              </a:spcBef>
              <a:spcAft>
                <a:spcPts val="0"/>
              </a:spcAft>
              <a:buSzPts val="2800"/>
              <a:buNone/>
              <a:defRPr sz="3900">
                <a:highlight>
                  <a:schemeClr val="accent5"/>
                </a:highlight>
              </a:defRPr>
            </a:lvl5pPr>
            <a:lvl6pPr lvl="5">
              <a:lnSpc>
                <a:spcPct val="115000"/>
              </a:lnSpc>
              <a:spcBef>
                <a:spcPts val="0"/>
              </a:spcBef>
              <a:spcAft>
                <a:spcPts val="0"/>
              </a:spcAft>
              <a:buSzPts val="2800"/>
              <a:buNone/>
              <a:defRPr sz="3900">
                <a:highlight>
                  <a:schemeClr val="accent5"/>
                </a:highlight>
              </a:defRPr>
            </a:lvl6pPr>
            <a:lvl7pPr lvl="6">
              <a:lnSpc>
                <a:spcPct val="115000"/>
              </a:lnSpc>
              <a:spcBef>
                <a:spcPts val="0"/>
              </a:spcBef>
              <a:spcAft>
                <a:spcPts val="0"/>
              </a:spcAft>
              <a:buSzPts val="2800"/>
              <a:buNone/>
              <a:defRPr sz="3900">
                <a:highlight>
                  <a:schemeClr val="accent5"/>
                </a:highlight>
              </a:defRPr>
            </a:lvl7pPr>
            <a:lvl8pPr lvl="7">
              <a:lnSpc>
                <a:spcPct val="115000"/>
              </a:lnSpc>
              <a:spcBef>
                <a:spcPts val="0"/>
              </a:spcBef>
              <a:spcAft>
                <a:spcPts val="0"/>
              </a:spcAft>
              <a:buSzPts val="2800"/>
              <a:buNone/>
              <a:defRPr sz="3900">
                <a:highlight>
                  <a:schemeClr val="accent5"/>
                </a:highlight>
              </a:defRPr>
            </a:lvl8pPr>
            <a:lvl9pPr lvl="8">
              <a:lnSpc>
                <a:spcPct val="115000"/>
              </a:lnSpc>
              <a:spcBef>
                <a:spcPts val="0"/>
              </a:spcBef>
              <a:spcAft>
                <a:spcPts val="0"/>
              </a:spcAft>
              <a:buSzPts val="2800"/>
              <a:buNone/>
              <a:defRPr sz="3900">
                <a:highlight>
                  <a:schemeClr val="accent5"/>
                </a:highlight>
              </a:defRPr>
            </a:lvl9pPr>
          </a:lstStyle>
          <a:p/>
        </p:txBody>
      </p:sp>
      <p:grpSp>
        <p:nvGrpSpPr>
          <p:cNvPr id="161" name="Google Shape;161;p10"/>
          <p:cNvGrpSpPr/>
          <p:nvPr/>
        </p:nvGrpSpPr>
        <p:grpSpPr>
          <a:xfrm>
            <a:off x="1093863" y="323039"/>
            <a:ext cx="149937" cy="118964"/>
            <a:chOff x="2601950" y="1974675"/>
            <a:chExt cx="2474200" cy="1963100"/>
          </a:xfrm>
        </p:grpSpPr>
        <p:sp>
          <p:nvSpPr>
            <p:cNvPr id="162" name="Google Shape;162;p10"/>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63" name="Google Shape;163;p10"/>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64" name="Google Shape;164;p10"/>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65" name="Google Shape;165;p10"/>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66" name="Google Shape;166;p10"/>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67" name="Google Shape;167;p10"/>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68" name="Google Shape;168;p10"/>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grpSp>
        <p:nvGrpSpPr>
          <p:cNvPr id="169" name="Google Shape;169;p10"/>
          <p:cNvGrpSpPr/>
          <p:nvPr/>
        </p:nvGrpSpPr>
        <p:grpSpPr>
          <a:xfrm>
            <a:off x="343488" y="323039"/>
            <a:ext cx="149937" cy="118964"/>
            <a:chOff x="2601950" y="1974675"/>
            <a:chExt cx="2474200" cy="1963100"/>
          </a:xfrm>
        </p:grpSpPr>
        <p:sp>
          <p:nvSpPr>
            <p:cNvPr id="170" name="Google Shape;170;p10"/>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71" name="Google Shape;171;p10"/>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72" name="Google Shape;172;p10"/>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73" name="Google Shape;173;p10"/>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74" name="Google Shape;174;p10"/>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75" name="Google Shape;175;p10"/>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76" name="Google Shape;176;p10"/>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grpSp>
        <p:nvGrpSpPr>
          <p:cNvPr id="177" name="Google Shape;177;p10"/>
          <p:cNvGrpSpPr/>
          <p:nvPr/>
        </p:nvGrpSpPr>
        <p:grpSpPr>
          <a:xfrm>
            <a:off x="725577" y="323039"/>
            <a:ext cx="149940" cy="118971"/>
            <a:chOff x="4062602" y="323039"/>
            <a:chExt cx="149940" cy="118971"/>
          </a:xfrm>
        </p:grpSpPr>
        <p:sp>
          <p:nvSpPr>
            <p:cNvPr id="178" name="Google Shape;178;p10"/>
            <p:cNvSpPr/>
            <p:nvPr/>
          </p:nvSpPr>
          <p:spPr>
            <a:xfrm>
              <a:off x="4062602" y="323039"/>
              <a:ext cx="37661" cy="37661"/>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79" name="Google Shape;179;p10"/>
            <p:cNvSpPr/>
            <p:nvPr/>
          </p:nvSpPr>
          <p:spPr>
            <a:xfrm>
              <a:off x="4174877" y="323039"/>
              <a:ext cx="37661" cy="37661"/>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0" name="Google Shape;180;p10"/>
            <p:cNvSpPr/>
            <p:nvPr/>
          </p:nvSpPr>
          <p:spPr>
            <a:xfrm>
              <a:off x="4062605" y="404350"/>
              <a:ext cx="149937" cy="37660"/>
            </a:xfrm>
            <a:custGeom>
              <a:rect b="b" l="l" r="r" t="t"/>
              <a:pathLst>
                <a:path extrusionOk="0" h="24858" w="70393">
                  <a:moveTo>
                    <a:pt x="0" y="0"/>
                  </a:moveTo>
                  <a:lnTo>
                    <a:pt x="0" y="24858"/>
                  </a:lnTo>
                  <a:lnTo>
                    <a:pt x="70392" y="24858"/>
                  </a:lnTo>
                  <a:lnTo>
                    <a:pt x="703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sp>
        <p:nvSpPr>
          <p:cNvPr id="181" name="Google Shape;181;p10"/>
          <p:cNvSpPr txBox="1"/>
          <p:nvPr>
            <p:ph idx="5" type="body"/>
          </p:nvPr>
        </p:nvSpPr>
        <p:spPr>
          <a:xfrm>
            <a:off x="364813" y="3126450"/>
            <a:ext cx="2471700" cy="16281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lvl1pPr>
            <a:lvl2pPr indent="-292100" lvl="1" marL="914400">
              <a:spcBef>
                <a:spcPts val="800"/>
              </a:spcBef>
              <a:spcAft>
                <a:spcPts val="0"/>
              </a:spcAft>
              <a:buSzPts val="1000"/>
              <a:buFont typeface="Space Grotesk"/>
              <a:buChar char="○"/>
              <a:defRPr sz="1000"/>
            </a:lvl2pPr>
            <a:lvl3pPr indent="-292100" lvl="2" marL="1371600">
              <a:spcBef>
                <a:spcPts val="800"/>
              </a:spcBef>
              <a:spcAft>
                <a:spcPts val="0"/>
              </a:spcAft>
              <a:buSzPts val="1000"/>
              <a:buFont typeface="Space Grotesk"/>
              <a:buChar char="■"/>
              <a:defRPr sz="1000"/>
            </a:lvl3pPr>
            <a:lvl4pPr indent="-292100" lvl="3" marL="1828800">
              <a:spcBef>
                <a:spcPts val="800"/>
              </a:spcBef>
              <a:spcAft>
                <a:spcPts val="0"/>
              </a:spcAft>
              <a:buSzPts val="1000"/>
              <a:buFont typeface="Space Grotesk"/>
              <a:buChar char="●"/>
              <a:defRPr sz="1000"/>
            </a:lvl4pPr>
            <a:lvl5pPr indent="-292100" lvl="4" marL="2286000">
              <a:spcBef>
                <a:spcPts val="800"/>
              </a:spcBef>
              <a:spcAft>
                <a:spcPts val="0"/>
              </a:spcAft>
              <a:buSzPts val="1000"/>
              <a:buFont typeface="Space Grotesk"/>
              <a:buChar char="○"/>
              <a:defRPr sz="1000"/>
            </a:lvl5pPr>
            <a:lvl6pPr indent="-292100" lvl="5" marL="2743200">
              <a:spcBef>
                <a:spcPts val="800"/>
              </a:spcBef>
              <a:spcAft>
                <a:spcPts val="0"/>
              </a:spcAft>
              <a:buSzPts val="1000"/>
              <a:buFont typeface="Space Grotesk"/>
              <a:buChar char="■"/>
              <a:defRPr sz="1000"/>
            </a:lvl6pPr>
            <a:lvl7pPr indent="-292100" lvl="6" marL="3200400">
              <a:spcBef>
                <a:spcPts val="800"/>
              </a:spcBef>
              <a:spcAft>
                <a:spcPts val="0"/>
              </a:spcAft>
              <a:buSzPts val="1000"/>
              <a:buFont typeface="Space Grotesk"/>
              <a:buChar char="●"/>
              <a:defRPr sz="1000"/>
            </a:lvl7pPr>
            <a:lvl8pPr indent="-292100" lvl="7" marL="3657600">
              <a:spcBef>
                <a:spcPts val="800"/>
              </a:spcBef>
              <a:spcAft>
                <a:spcPts val="0"/>
              </a:spcAft>
              <a:buSzPts val="1000"/>
              <a:buFont typeface="Space Grotesk"/>
              <a:buChar char="○"/>
              <a:defRPr sz="1000"/>
            </a:lvl8pPr>
            <a:lvl9pPr indent="-292100" lvl="8" marL="4114800">
              <a:spcBef>
                <a:spcPts val="800"/>
              </a:spcBef>
              <a:spcAft>
                <a:spcPts val="800"/>
              </a:spcAft>
              <a:buSzPts val="1000"/>
              <a:buFont typeface="Space Grotesk"/>
              <a:buChar char="■"/>
              <a:defRPr sz="1000"/>
            </a:lvl9pPr>
          </a:lstStyle>
          <a:p/>
        </p:txBody>
      </p:sp>
      <p:sp>
        <p:nvSpPr>
          <p:cNvPr id="182" name="Google Shape;182;p10"/>
          <p:cNvSpPr txBox="1"/>
          <p:nvPr>
            <p:ph idx="6" type="body"/>
          </p:nvPr>
        </p:nvSpPr>
        <p:spPr>
          <a:xfrm>
            <a:off x="3320475" y="3126450"/>
            <a:ext cx="2471700" cy="16281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lvl1pPr>
            <a:lvl2pPr indent="-292100" lvl="1" marL="914400">
              <a:spcBef>
                <a:spcPts val="800"/>
              </a:spcBef>
              <a:spcAft>
                <a:spcPts val="0"/>
              </a:spcAft>
              <a:buSzPts val="1000"/>
              <a:buFont typeface="Space Grotesk"/>
              <a:buChar char="○"/>
              <a:defRPr sz="1000"/>
            </a:lvl2pPr>
            <a:lvl3pPr indent="-292100" lvl="2" marL="1371600">
              <a:spcBef>
                <a:spcPts val="800"/>
              </a:spcBef>
              <a:spcAft>
                <a:spcPts val="0"/>
              </a:spcAft>
              <a:buSzPts val="1000"/>
              <a:buFont typeface="Space Grotesk"/>
              <a:buChar char="■"/>
              <a:defRPr sz="1000"/>
            </a:lvl3pPr>
            <a:lvl4pPr indent="-292100" lvl="3" marL="1828800">
              <a:spcBef>
                <a:spcPts val="800"/>
              </a:spcBef>
              <a:spcAft>
                <a:spcPts val="0"/>
              </a:spcAft>
              <a:buSzPts val="1000"/>
              <a:buFont typeface="Space Grotesk"/>
              <a:buChar char="●"/>
              <a:defRPr sz="1000"/>
            </a:lvl4pPr>
            <a:lvl5pPr indent="-292100" lvl="4" marL="2286000">
              <a:spcBef>
                <a:spcPts val="800"/>
              </a:spcBef>
              <a:spcAft>
                <a:spcPts val="0"/>
              </a:spcAft>
              <a:buSzPts val="1000"/>
              <a:buFont typeface="Space Grotesk"/>
              <a:buChar char="○"/>
              <a:defRPr sz="1000"/>
            </a:lvl5pPr>
            <a:lvl6pPr indent="-292100" lvl="5" marL="2743200">
              <a:spcBef>
                <a:spcPts val="800"/>
              </a:spcBef>
              <a:spcAft>
                <a:spcPts val="0"/>
              </a:spcAft>
              <a:buSzPts val="1000"/>
              <a:buFont typeface="Space Grotesk"/>
              <a:buChar char="■"/>
              <a:defRPr sz="1000"/>
            </a:lvl6pPr>
            <a:lvl7pPr indent="-292100" lvl="6" marL="3200400">
              <a:spcBef>
                <a:spcPts val="800"/>
              </a:spcBef>
              <a:spcAft>
                <a:spcPts val="0"/>
              </a:spcAft>
              <a:buSzPts val="1000"/>
              <a:buFont typeface="Space Grotesk"/>
              <a:buChar char="●"/>
              <a:defRPr sz="1000"/>
            </a:lvl7pPr>
            <a:lvl8pPr indent="-292100" lvl="7" marL="3657600">
              <a:spcBef>
                <a:spcPts val="800"/>
              </a:spcBef>
              <a:spcAft>
                <a:spcPts val="0"/>
              </a:spcAft>
              <a:buSzPts val="1000"/>
              <a:buFont typeface="Space Grotesk"/>
              <a:buChar char="○"/>
              <a:defRPr sz="1000"/>
            </a:lvl8pPr>
            <a:lvl9pPr indent="-292100" lvl="8" marL="4114800">
              <a:spcBef>
                <a:spcPts val="800"/>
              </a:spcBef>
              <a:spcAft>
                <a:spcPts val="800"/>
              </a:spcAft>
              <a:buSzPts val="1000"/>
              <a:buFont typeface="Space Grotesk"/>
              <a:buChar char="■"/>
              <a:defRPr sz="1000"/>
            </a:lvl9pPr>
          </a:lstStyle>
          <a:p/>
        </p:txBody>
      </p:sp>
      <p:sp>
        <p:nvSpPr>
          <p:cNvPr id="183" name="Google Shape;183;p10"/>
          <p:cNvSpPr txBox="1"/>
          <p:nvPr>
            <p:ph idx="7" type="body"/>
          </p:nvPr>
        </p:nvSpPr>
        <p:spPr>
          <a:xfrm>
            <a:off x="6273125" y="3126453"/>
            <a:ext cx="2443500" cy="16281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lvl1pPr>
            <a:lvl2pPr indent="-292100" lvl="1" marL="914400">
              <a:spcBef>
                <a:spcPts val="800"/>
              </a:spcBef>
              <a:spcAft>
                <a:spcPts val="0"/>
              </a:spcAft>
              <a:buSzPts val="1000"/>
              <a:buFont typeface="Space Grotesk"/>
              <a:buChar char="○"/>
              <a:defRPr sz="1000"/>
            </a:lvl2pPr>
            <a:lvl3pPr indent="-292100" lvl="2" marL="1371600">
              <a:spcBef>
                <a:spcPts val="800"/>
              </a:spcBef>
              <a:spcAft>
                <a:spcPts val="0"/>
              </a:spcAft>
              <a:buSzPts val="1000"/>
              <a:buFont typeface="Space Grotesk"/>
              <a:buChar char="■"/>
              <a:defRPr sz="1000"/>
            </a:lvl3pPr>
            <a:lvl4pPr indent="-292100" lvl="3" marL="1828800">
              <a:spcBef>
                <a:spcPts val="800"/>
              </a:spcBef>
              <a:spcAft>
                <a:spcPts val="0"/>
              </a:spcAft>
              <a:buSzPts val="1000"/>
              <a:buFont typeface="Space Grotesk"/>
              <a:buChar char="●"/>
              <a:defRPr sz="1000"/>
            </a:lvl4pPr>
            <a:lvl5pPr indent="-292100" lvl="4" marL="2286000">
              <a:spcBef>
                <a:spcPts val="800"/>
              </a:spcBef>
              <a:spcAft>
                <a:spcPts val="0"/>
              </a:spcAft>
              <a:buSzPts val="1000"/>
              <a:buFont typeface="Space Grotesk"/>
              <a:buChar char="○"/>
              <a:defRPr sz="1000"/>
            </a:lvl5pPr>
            <a:lvl6pPr indent="-292100" lvl="5" marL="2743200">
              <a:spcBef>
                <a:spcPts val="800"/>
              </a:spcBef>
              <a:spcAft>
                <a:spcPts val="0"/>
              </a:spcAft>
              <a:buSzPts val="1000"/>
              <a:buFont typeface="Space Grotesk"/>
              <a:buChar char="■"/>
              <a:defRPr sz="1000"/>
            </a:lvl6pPr>
            <a:lvl7pPr indent="-292100" lvl="6" marL="3200400">
              <a:spcBef>
                <a:spcPts val="800"/>
              </a:spcBef>
              <a:spcAft>
                <a:spcPts val="0"/>
              </a:spcAft>
              <a:buSzPts val="1000"/>
              <a:buFont typeface="Space Grotesk"/>
              <a:buChar char="●"/>
              <a:defRPr sz="1000"/>
            </a:lvl7pPr>
            <a:lvl8pPr indent="-292100" lvl="7" marL="3657600">
              <a:spcBef>
                <a:spcPts val="800"/>
              </a:spcBef>
              <a:spcAft>
                <a:spcPts val="0"/>
              </a:spcAft>
              <a:buSzPts val="1000"/>
              <a:buFont typeface="Space Grotesk"/>
              <a:buChar char="○"/>
              <a:defRPr sz="1000"/>
            </a:lvl8pPr>
            <a:lvl9pPr indent="-292100" lvl="8" marL="4114800">
              <a:spcBef>
                <a:spcPts val="800"/>
              </a:spcBef>
              <a:spcAft>
                <a:spcPts val="800"/>
              </a:spcAft>
              <a:buSzPts val="1000"/>
              <a:buFont typeface="Space Grotesk"/>
              <a:buChar char="■"/>
              <a:defRPr sz="1000"/>
            </a:lvl9pPr>
          </a:lstStyle>
          <a:p/>
        </p:txBody>
      </p:sp>
    </p:spTree>
  </p:cSld>
  <p:clrMapOvr>
    <a:masterClrMapping/>
  </p:clrMapOvr>
  <p:extLst>
    <p:ext uri="{DCECCB84-F9BA-43D5-87BE-67443E8EF086}">
      <p15:sldGuideLst>
        <p15:guide id="1" pos="468">
          <p15:clr>
            <a:srgbClr val="E46962"/>
          </p15:clr>
        </p15:guide>
        <p15:guide id="2" orient="horz" pos="468">
          <p15:clr>
            <a:srgbClr val="E46962"/>
          </p15:clr>
        </p15:guide>
        <p15:guide id="3" orient="horz" pos="3081">
          <p15:clr>
            <a:srgbClr val="E46962"/>
          </p15:clr>
        </p15:guide>
        <p15:guide id="4" pos="5601">
          <p15:clr>
            <a:srgbClr val="E46962"/>
          </p15:clr>
        </p15:guide>
        <p15:guide id="5" pos="5292">
          <p15:clr>
            <a:srgbClr val="E46962"/>
          </p15:clr>
        </p15:guide>
        <p15:guide id="6" orient="horz" pos="159">
          <p15:clr>
            <a:srgbClr val="E46962"/>
          </p15:clr>
        </p15:guide>
        <p15:guide id="7" orient="horz" pos="2772">
          <p15:clr>
            <a:srgbClr val="E46962"/>
          </p15:clr>
        </p15:guide>
        <p15:guide id="8" pos="159">
          <p15:clr>
            <a:srgbClr val="E46962"/>
          </p15:clr>
        </p15:guide>
        <p15:guide id="9" pos="226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BLANK_1_1_1_1_1_1_1_1_1_1_1_1_1_1">
    <p:bg>
      <p:bgPr>
        <a:solidFill>
          <a:schemeClr val="dk1"/>
        </a:solidFill>
      </p:bgPr>
    </p:bg>
    <p:spTree>
      <p:nvGrpSpPr>
        <p:cNvPr id="184" name="Shape 184"/>
        <p:cNvGrpSpPr/>
        <p:nvPr/>
      </p:nvGrpSpPr>
      <p:grpSpPr>
        <a:xfrm>
          <a:off x="0" y="0"/>
          <a:ext cx="0" cy="0"/>
          <a:chOff x="0" y="0"/>
          <a:chExt cx="0" cy="0"/>
        </a:xfrm>
      </p:grpSpPr>
      <p:sp>
        <p:nvSpPr>
          <p:cNvPr id="185" name="Google Shape;185;p11"/>
          <p:cNvSpPr txBox="1"/>
          <p:nvPr>
            <p:ph type="title"/>
          </p:nvPr>
        </p:nvSpPr>
        <p:spPr>
          <a:xfrm>
            <a:off x="221375" y="223900"/>
            <a:ext cx="6668100" cy="466800"/>
          </a:xfrm>
          <a:prstGeom prst="rect">
            <a:avLst/>
          </a:prstGeom>
        </p:spPr>
        <p:txBody>
          <a:bodyPr anchorCtr="0" anchor="t" bIns="0" lIns="0" spcFirstLastPara="1" rIns="0" wrap="square" tIns="0">
            <a:normAutofit/>
          </a:bodyPr>
          <a:lstStyle>
            <a:lvl1pPr lvl="0">
              <a:lnSpc>
                <a:spcPct val="80000"/>
              </a:lnSpc>
              <a:spcBef>
                <a:spcPts val="0"/>
              </a:spcBef>
              <a:spcAft>
                <a:spcPts val="0"/>
              </a:spcAft>
              <a:buClr>
                <a:schemeClr val="lt2"/>
              </a:buClr>
              <a:buSzPts val="3500"/>
              <a:buFont typeface="Space Grotesk"/>
              <a:buNone/>
              <a:defRPr sz="3500">
                <a:solidFill>
                  <a:schemeClr val="lt2"/>
                </a:solidFill>
                <a:latin typeface="Space Grotesk"/>
                <a:ea typeface="Space Grotesk"/>
                <a:cs typeface="Space Grotesk"/>
                <a:sym typeface="Space Grotesk"/>
              </a:defRPr>
            </a:lvl1pPr>
            <a:lvl2pPr lvl="1">
              <a:lnSpc>
                <a:spcPct val="80000"/>
              </a:lnSpc>
              <a:spcBef>
                <a:spcPts val="0"/>
              </a:spcBef>
              <a:spcAft>
                <a:spcPts val="0"/>
              </a:spcAft>
              <a:buClr>
                <a:schemeClr val="lt2"/>
              </a:buClr>
              <a:buSzPts val="3900"/>
              <a:buNone/>
              <a:defRPr sz="3900">
                <a:solidFill>
                  <a:schemeClr val="lt2"/>
                </a:solidFill>
              </a:defRPr>
            </a:lvl2pPr>
            <a:lvl3pPr lvl="2">
              <a:lnSpc>
                <a:spcPct val="80000"/>
              </a:lnSpc>
              <a:spcBef>
                <a:spcPts val="0"/>
              </a:spcBef>
              <a:spcAft>
                <a:spcPts val="0"/>
              </a:spcAft>
              <a:buClr>
                <a:schemeClr val="lt2"/>
              </a:buClr>
              <a:buSzPts val="3900"/>
              <a:buNone/>
              <a:defRPr sz="3900">
                <a:solidFill>
                  <a:schemeClr val="lt2"/>
                </a:solidFill>
              </a:defRPr>
            </a:lvl3pPr>
            <a:lvl4pPr lvl="3">
              <a:lnSpc>
                <a:spcPct val="80000"/>
              </a:lnSpc>
              <a:spcBef>
                <a:spcPts val="0"/>
              </a:spcBef>
              <a:spcAft>
                <a:spcPts val="0"/>
              </a:spcAft>
              <a:buClr>
                <a:schemeClr val="lt2"/>
              </a:buClr>
              <a:buSzPts val="3900"/>
              <a:buNone/>
              <a:defRPr sz="3900">
                <a:solidFill>
                  <a:schemeClr val="lt2"/>
                </a:solidFill>
              </a:defRPr>
            </a:lvl4pPr>
            <a:lvl5pPr lvl="4">
              <a:lnSpc>
                <a:spcPct val="80000"/>
              </a:lnSpc>
              <a:spcBef>
                <a:spcPts val="0"/>
              </a:spcBef>
              <a:spcAft>
                <a:spcPts val="0"/>
              </a:spcAft>
              <a:buClr>
                <a:schemeClr val="lt2"/>
              </a:buClr>
              <a:buSzPts val="3900"/>
              <a:buNone/>
              <a:defRPr sz="3900">
                <a:solidFill>
                  <a:schemeClr val="lt2"/>
                </a:solidFill>
              </a:defRPr>
            </a:lvl5pPr>
            <a:lvl6pPr lvl="5">
              <a:lnSpc>
                <a:spcPct val="80000"/>
              </a:lnSpc>
              <a:spcBef>
                <a:spcPts val="0"/>
              </a:spcBef>
              <a:spcAft>
                <a:spcPts val="0"/>
              </a:spcAft>
              <a:buClr>
                <a:schemeClr val="lt2"/>
              </a:buClr>
              <a:buSzPts val="3900"/>
              <a:buNone/>
              <a:defRPr sz="3900">
                <a:solidFill>
                  <a:schemeClr val="lt2"/>
                </a:solidFill>
              </a:defRPr>
            </a:lvl6pPr>
            <a:lvl7pPr lvl="6">
              <a:lnSpc>
                <a:spcPct val="80000"/>
              </a:lnSpc>
              <a:spcBef>
                <a:spcPts val="0"/>
              </a:spcBef>
              <a:spcAft>
                <a:spcPts val="0"/>
              </a:spcAft>
              <a:buClr>
                <a:schemeClr val="lt2"/>
              </a:buClr>
              <a:buSzPts val="3900"/>
              <a:buNone/>
              <a:defRPr sz="3900">
                <a:solidFill>
                  <a:schemeClr val="lt2"/>
                </a:solidFill>
              </a:defRPr>
            </a:lvl7pPr>
            <a:lvl8pPr lvl="7">
              <a:lnSpc>
                <a:spcPct val="80000"/>
              </a:lnSpc>
              <a:spcBef>
                <a:spcPts val="0"/>
              </a:spcBef>
              <a:spcAft>
                <a:spcPts val="0"/>
              </a:spcAft>
              <a:buClr>
                <a:schemeClr val="lt2"/>
              </a:buClr>
              <a:buSzPts val="3900"/>
              <a:buNone/>
              <a:defRPr sz="3900">
                <a:solidFill>
                  <a:schemeClr val="lt2"/>
                </a:solidFill>
              </a:defRPr>
            </a:lvl8pPr>
            <a:lvl9pPr lvl="8">
              <a:lnSpc>
                <a:spcPct val="80000"/>
              </a:lnSpc>
              <a:spcBef>
                <a:spcPts val="0"/>
              </a:spcBef>
              <a:spcAft>
                <a:spcPts val="0"/>
              </a:spcAft>
              <a:buClr>
                <a:schemeClr val="lt2"/>
              </a:buClr>
              <a:buSzPts val="3900"/>
              <a:buNone/>
              <a:defRPr sz="3900">
                <a:solidFill>
                  <a:schemeClr val="lt2"/>
                </a:solidFill>
              </a:defRPr>
            </a:lvl9pPr>
          </a:lstStyle>
          <a:p/>
        </p:txBody>
      </p:sp>
      <p:sp>
        <p:nvSpPr>
          <p:cNvPr id="186" name="Google Shape;186;p11"/>
          <p:cNvSpPr txBox="1"/>
          <p:nvPr>
            <p:ph idx="1" type="body"/>
          </p:nvPr>
        </p:nvSpPr>
        <p:spPr>
          <a:xfrm>
            <a:off x="6197276" y="2370325"/>
            <a:ext cx="2416800" cy="2520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Medium"/>
              <a:buChar char="●"/>
              <a:defRPr sz="1000">
                <a:latin typeface="Space Grotesk Medium"/>
                <a:ea typeface="Space Grotesk Medium"/>
                <a:cs typeface="Space Grotesk Medium"/>
                <a:sym typeface="Space Grotesk Medium"/>
              </a:defRPr>
            </a:lvl1pPr>
            <a:lvl2pPr indent="-292100" lvl="1" marL="914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2pPr>
            <a:lvl3pPr indent="-292100" lvl="2" marL="1371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3pPr>
            <a:lvl4pPr indent="-292100" lvl="3" marL="18288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4pPr>
            <a:lvl5pPr indent="-292100" lvl="4" marL="22860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5pPr>
            <a:lvl6pPr indent="-292100" lvl="5" marL="27432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6pPr>
            <a:lvl7pPr indent="-292100" lvl="6" marL="3200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7pPr>
            <a:lvl8pPr indent="-292100" lvl="7" marL="3657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8pPr>
            <a:lvl9pPr indent="-292100" lvl="8" marL="4114800">
              <a:spcBef>
                <a:spcPts val="800"/>
              </a:spcBef>
              <a:spcAft>
                <a:spcPts val="800"/>
              </a:spcAft>
              <a:buSzPts val="1000"/>
              <a:buFont typeface="Space Grotesk Medium"/>
              <a:buChar char="■"/>
              <a:defRPr sz="1000">
                <a:latin typeface="Space Grotesk Medium"/>
                <a:ea typeface="Space Grotesk Medium"/>
                <a:cs typeface="Space Grotesk Medium"/>
                <a:sym typeface="Space Grotesk Medium"/>
              </a:defRPr>
            </a:lvl9pPr>
          </a:lstStyle>
          <a:p/>
        </p:txBody>
      </p:sp>
      <p:sp>
        <p:nvSpPr>
          <p:cNvPr id="187" name="Google Shape;187;p11"/>
          <p:cNvSpPr txBox="1"/>
          <p:nvPr>
            <p:ph idx="2" type="subTitle"/>
          </p:nvPr>
        </p:nvSpPr>
        <p:spPr>
          <a:xfrm>
            <a:off x="3311200" y="1593874"/>
            <a:ext cx="2057700" cy="2346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1pPr>
            <a:lvl2pPr lvl="1">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2pPr>
            <a:lvl3pPr lvl="2">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3pPr>
            <a:lvl4pPr lvl="3">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4pPr>
            <a:lvl5pPr lvl="4">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5pPr>
            <a:lvl6pPr lvl="5">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6pPr>
            <a:lvl7pPr lvl="6">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7pPr>
            <a:lvl8pPr lvl="7">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8pPr>
            <a:lvl9pPr lvl="8">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9pPr>
          </a:lstStyle>
          <a:p/>
        </p:txBody>
      </p:sp>
      <p:sp>
        <p:nvSpPr>
          <p:cNvPr id="188" name="Google Shape;188;p11"/>
          <p:cNvSpPr txBox="1"/>
          <p:nvPr>
            <p:ph idx="3" type="subTitle"/>
          </p:nvPr>
        </p:nvSpPr>
        <p:spPr>
          <a:xfrm>
            <a:off x="6294303" y="1593874"/>
            <a:ext cx="2034600" cy="2346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1pPr>
            <a:lvl2pPr lvl="1">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2pPr>
            <a:lvl3pPr lvl="2">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3pPr>
            <a:lvl4pPr lvl="3">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4pPr>
            <a:lvl5pPr lvl="4">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5pPr>
            <a:lvl6pPr lvl="5">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6pPr>
            <a:lvl7pPr lvl="6">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7pPr>
            <a:lvl8pPr lvl="7">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8pPr>
            <a:lvl9pPr lvl="8">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9pPr>
          </a:lstStyle>
          <a:p/>
        </p:txBody>
      </p:sp>
      <p:sp>
        <p:nvSpPr>
          <p:cNvPr id="189" name="Google Shape;189;p11"/>
          <p:cNvSpPr txBox="1"/>
          <p:nvPr>
            <p:ph idx="4" type="subTitle"/>
          </p:nvPr>
        </p:nvSpPr>
        <p:spPr>
          <a:xfrm>
            <a:off x="252600" y="809250"/>
            <a:ext cx="2801700" cy="9213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1pPr>
            <a:lvl2pPr lvl="1">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2pPr>
            <a:lvl3pPr lvl="2">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3pPr>
            <a:lvl4pPr lvl="3">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4pPr>
            <a:lvl5pPr lvl="4">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5pPr>
            <a:lvl6pPr lvl="5">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6pPr>
            <a:lvl7pPr lvl="6">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7pPr>
            <a:lvl8pPr lvl="7">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8pPr>
            <a:lvl9pPr lvl="8">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9pPr>
          </a:lstStyle>
          <a:p/>
        </p:txBody>
      </p:sp>
      <p:sp>
        <p:nvSpPr>
          <p:cNvPr id="190" name="Google Shape;190;p11"/>
          <p:cNvSpPr txBox="1"/>
          <p:nvPr>
            <p:ph idx="5" type="body"/>
          </p:nvPr>
        </p:nvSpPr>
        <p:spPr>
          <a:xfrm>
            <a:off x="3224231" y="2370325"/>
            <a:ext cx="2416800" cy="2520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Medium"/>
              <a:buChar char="●"/>
              <a:defRPr sz="1000">
                <a:latin typeface="Space Grotesk Medium"/>
                <a:ea typeface="Space Grotesk Medium"/>
                <a:cs typeface="Space Grotesk Medium"/>
                <a:sym typeface="Space Grotesk Medium"/>
              </a:defRPr>
            </a:lvl1pPr>
            <a:lvl2pPr indent="-292100" lvl="1" marL="914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2pPr>
            <a:lvl3pPr indent="-292100" lvl="2" marL="1371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3pPr>
            <a:lvl4pPr indent="-292100" lvl="3" marL="18288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4pPr>
            <a:lvl5pPr indent="-292100" lvl="4" marL="22860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5pPr>
            <a:lvl6pPr indent="-292100" lvl="5" marL="27432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6pPr>
            <a:lvl7pPr indent="-292100" lvl="6" marL="3200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7pPr>
            <a:lvl8pPr indent="-292100" lvl="7" marL="3657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8pPr>
            <a:lvl9pPr indent="-292100" lvl="8" marL="4114800">
              <a:spcBef>
                <a:spcPts val="800"/>
              </a:spcBef>
              <a:spcAft>
                <a:spcPts val="800"/>
              </a:spcAft>
              <a:buSzPts val="1000"/>
              <a:buFont typeface="Space Grotesk Medium"/>
              <a:buChar char="■"/>
              <a:defRPr sz="1000">
                <a:latin typeface="Space Grotesk Medium"/>
                <a:ea typeface="Space Grotesk Medium"/>
                <a:cs typeface="Space Grotesk Medium"/>
                <a:sym typeface="Space Grotesk Medium"/>
              </a:defRPr>
            </a:lvl9pPr>
          </a:lstStyle>
          <a:p/>
        </p:txBody>
      </p:sp>
      <p:sp>
        <p:nvSpPr>
          <p:cNvPr id="191" name="Google Shape;191;p11"/>
          <p:cNvSpPr txBox="1"/>
          <p:nvPr>
            <p:ph idx="6" type="body"/>
          </p:nvPr>
        </p:nvSpPr>
        <p:spPr>
          <a:xfrm>
            <a:off x="252600" y="2370325"/>
            <a:ext cx="2187000" cy="646200"/>
          </a:xfrm>
          <a:prstGeom prst="rect">
            <a:avLst/>
          </a:prstGeom>
        </p:spPr>
        <p:txBody>
          <a:bodyPr anchorCtr="0" anchor="t" bIns="90000" lIns="0" spcFirstLastPara="1" rIns="0" wrap="square" tIns="0">
            <a:noAutofit/>
          </a:bodyPr>
          <a:lstStyle>
            <a:lvl1pPr indent="-323850" lvl="0" marL="457200">
              <a:lnSpc>
                <a:spcPct val="100000"/>
              </a:lnSpc>
              <a:spcBef>
                <a:spcPts val="0"/>
              </a:spcBef>
              <a:spcAft>
                <a:spcPts val="0"/>
              </a:spcAft>
              <a:buSzPts val="1500"/>
              <a:buFont typeface="Space Grotesk Medium"/>
              <a:buChar char="●"/>
              <a:defRPr sz="1500">
                <a:latin typeface="Space Grotesk Medium"/>
                <a:ea typeface="Space Grotesk Medium"/>
                <a:cs typeface="Space Grotesk Medium"/>
                <a:sym typeface="Space Grotesk Medium"/>
              </a:defRPr>
            </a:lvl1pPr>
            <a:lvl2pPr indent="-323850" lvl="1" marL="91440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2pPr>
            <a:lvl3pPr indent="-323850" lvl="2" marL="137160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3pPr>
            <a:lvl4pPr indent="-323850" lvl="3" marL="182880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4pPr>
            <a:lvl5pPr indent="-323850" lvl="4" marL="228600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5pPr>
            <a:lvl6pPr indent="-323850" lvl="5" marL="274320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6pPr>
            <a:lvl7pPr indent="-323850" lvl="6" marL="320040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7pPr>
            <a:lvl8pPr indent="-323850" lvl="7" marL="365760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8pPr>
            <a:lvl9pPr indent="-323850" lvl="8" marL="4114800">
              <a:spcBef>
                <a:spcPts val="800"/>
              </a:spcBef>
              <a:spcAft>
                <a:spcPts val="800"/>
              </a:spcAft>
              <a:buSzPts val="1500"/>
              <a:buFont typeface="Space Grotesk Medium"/>
              <a:buChar char="■"/>
              <a:defRPr sz="1500">
                <a:latin typeface="Space Grotesk Medium"/>
                <a:ea typeface="Space Grotesk Medium"/>
                <a:cs typeface="Space Grotesk Medium"/>
                <a:sym typeface="Space Grotesk Medium"/>
              </a:defRPr>
            </a:lvl9pPr>
          </a:lstStyle>
          <a:p/>
        </p:txBody>
      </p:sp>
      <p:sp>
        <p:nvSpPr>
          <p:cNvPr id="192" name="Google Shape;192;p11"/>
          <p:cNvSpPr txBox="1"/>
          <p:nvPr>
            <p:ph idx="7" type="body"/>
          </p:nvPr>
        </p:nvSpPr>
        <p:spPr>
          <a:xfrm>
            <a:off x="252600" y="3039157"/>
            <a:ext cx="2118600" cy="876300"/>
          </a:xfrm>
          <a:prstGeom prst="rect">
            <a:avLst/>
          </a:prstGeom>
        </p:spPr>
        <p:txBody>
          <a:bodyPr anchorCtr="0" anchor="t" bIns="9000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Tree>
  </p:cSld>
  <p:clrMapOvr>
    <a:masterClrMapping/>
  </p:clrMapOvr>
  <p:extLst>
    <p:ext uri="{DCECCB84-F9BA-43D5-87BE-67443E8EF086}">
      <p15:sldGuideLst>
        <p15:guide id="1" orient="horz" pos="468">
          <p15:clr>
            <a:srgbClr val="E46962"/>
          </p15:clr>
        </p15:guide>
        <p15:guide id="2" pos="468">
          <p15:clr>
            <a:srgbClr val="E46962"/>
          </p15:clr>
        </p15:guide>
        <p15:guide id="3" pos="5601">
          <p15:clr>
            <a:srgbClr val="E46962"/>
          </p15:clr>
        </p15:guide>
        <p15:guide id="4" orient="horz" pos="3081">
          <p15:clr>
            <a:srgbClr val="E46962"/>
          </p15:clr>
        </p15:guide>
        <p15:guide id="5" pos="159">
          <p15:clr>
            <a:srgbClr val="E46962"/>
          </p15:clr>
        </p15:guide>
        <p15:guide id="6" pos="5292">
          <p15:clr>
            <a:srgbClr val="E46962"/>
          </p15:clr>
        </p15:guide>
        <p15:guide id="7" orient="horz" pos="2772">
          <p15:clr>
            <a:srgbClr val="E46962"/>
          </p15:clr>
        </p15:guide>
        <p15:guide id="8" orient="horz" pos="159">
          <p15:clr>
            <a:srgbClr val="E46962"/>
          </p15:clr>
        </p15:guide>
        <p15:guide id="9" orient="horz" pos="598">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ngo">
  <p:cSld name="BLANK_1_1_1_1_1_1_1_1_1_1_1_1_1_1_2_1_2">
    <p:bg>
      <p:bgPr>
        <a:solidFill>
          <a:schemeClr val="dk1"/>
        </a:solidFill>
      </p:bgPr>
    </p:bg>
    <p:spTree>
      <p:nvGrpSpPr>
        <p:cNvPr id="193" name="Shape 193"/>
        <p:cNvGrpSpPr/>
        <p:nvPr/>
      </p:nvGrpSpPr>
      <p:grpSpPr>
        <a:xfrm>
          <a:off x="0" y="0"/>
          <a:ext cx="0" cy="0"/>
          <a:chOff x="0" y="0"/>
          <a:chExt cx="0" cy="0"/>
        </a:xfrm>
      </p:grpSpPr>
      <p:sp>
        <p:nvSpPr>
          <p:cNvPr id="194" name="Google Shape;194;p12"/>
          <p:cNvSpPr txBox="1"/>
          <p:nvPr>
            <p:ph idx="1" type="subTitle"/>
          </p:nvPr>
        </p:nvSpPr>
        <p:spPr>
          <a:xfrm>
            <a:off x="252600" y="809250"/>
            <a:ext cx="2801700" cy="9213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1pPr>
            <a:lvl2pPr lvl="1">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2pPr>
            <a:lvl3pPr lvl="2">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3pPr>
            <a:lvl4pPr lvl="3">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4pPr>
            <a:lvl5pPr lvl="4">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5pPr>
            <a:lvl6pPr lvl="5">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6pPr>
            <a:lvl7pPr lvl="6">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7pPr>
            <a:lvl8pPr lvl="7">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8pPr>
            <a:lvl9pPr lvl="8">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9pPr>
          </a:lstStyle>
          <a:p/>
        </p:txBody>
      </p:sp>
      <p:sp>
        <p:nvSpPr>
          <p:cNvPr id="195" name="Google Shape;195;p12"/>
          <p:cNvSpPr txBox="1"/>
          <p:nvPr>
            <p:ph idx="2" type="subTitle"/>
          </p:nvPr>
        </p:nvSpPr>
        <p:spPr>
          <a:xfrm>
            <a:off x="252600" y="2831039"/>
            <a:ext cx="2734200" cy="493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500"/>
              <a:buFont typeface="Space Grotesk Medium"/>
              <a:buNone/>
              <a:defRPr sz="1500">
                <a:highlight>
                  <a:schemeClr val="lt2"/>
                </a:highlight>
                <a:latin typeface="Space Grotesk Medium"/>
                <a:ea typeface="Space Grotesk Medium"/>
                <a:cs typeface="Space Grotesk Medium"/>
                <a:sym typeface="Space Grotesk Medium"/>
              </a:defRPr>
            </a:lvl1pPr>
            <a:lvl2pPr lvl="1">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2pPr>
            <a:lvl3pPr lvl="2">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3pPr>
            <a:lvl4pPr lvl="3">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4pPr>
            <a:lvl5pPr lvl="4">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5pPr>
            <a:lvl6pPr lvl="5">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6pPr>
            <a:lvl7pPr lvl="6">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7pPr>
            <a:lvl8pPr lvl="7">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8pPr>
            <a:lvl9pPr lvl="8">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9pPr>
          </a:lstStyle>
          <a:p/>
        </p:txBody>
      </p:sp>
      <p:sp>
        <p:nvSpPr>
          <p:cNvPr id="196" name="Google Shape;196;p12"/>
          <p:cNvSpPr txBox="1"/>
          <p:nvPr>
            <p:ph type="title"/>
          </p:nvPr>
        </p:nvSpPr>
        <p:spPr>
          <a:xfrm>
            <a:off x="7520025" y="949950"/>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p:txBody>
      </p:sp>
      <p:sp>
        <p:nvSpPr>
          <p:cNvPr id="197" name="Google Shape;197;p12"/>
          <p:cNvSpPr txBox="1"/>
          <p:nvPr>
            <p:ph idx="3" type="title"/>
          </p:nvPr>
        </p:nvSpPr>
        <p:spPr>
          <a:xfrm>
            <a:off x="4390704" y="2378650"/>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p:txBody>
      </p:sp>
      <p:sp>
        <p:nvSpPr>
          <p:cNvPr id="198" name="Google Shape;198;p12"/>
          <p:cNvSpPr txBox="1"/>
          <p:nvPr>
            <p:ph idx="4" type="title"/>
          </p:nvPr>
        </p:nvSpPr>
        <p:spPr>
          <a:xfrm>
            <a:off x="5919225" y="2264275"/>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p:txBody>
      </p:sp>
      <p:sp>
        <p:nvSpPr>
          <p:cNvPr id="199" name="Google Shape;199;p12"/>
          <p:cNvSpPr txBox="1"/>
          <p:nvPr>
            <p:ph idx="5" type="title"/>
          </p:nvPr>
        </p:nvSpPr>
        <p:spPr>
          <a:xfrm>
            <a:off x="7251700" y="2378650"/>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solidFill>
                  <a:schemeClr val="accen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p:txBody>
      </p:sp>
      <p:sp>
        <p:nvSpPr>
          <p:cNvPr id="200" name="Google Shape;200;p12"/>
          <p:cNvSpPr txBox="1"/>
          <p:nvPr>
            <p:ph idx="6" type="title"/>
          </p:nvPr>
        </p:nvSpPr>
        <p:spPr>
          <a:xfrm>
            <a:off x="4390704" y="3906725"/>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solidFill>
                  <a:schemeClr val="accen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01" name="Google Shape;201;p12"/>
          <p:cNvSpPr txBox="1"/>
          <p:nvPr>
            <p:ph idx="7" type="title"/>
          </p:nvPr>
        </p:nvSpPr>
        <p:spPr>
          <a:xfrm>
            <a:off x="5919225" y="3768600"/>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p:txBody>
      </p:sp>
      <p:sp>
        <p:nvSpPr>
          <p:cNvPr id="202" name="Google Shape;202;p12"/>
          <p:cNvSpPr txBox="1"/>
          <p:nvPr>
            <p:ph idx="8" type="title"/>
          </p:nvPr>
        </p:nvSpPr>
        <p:spPr>
          <a:xfrm>
            <a:off x="7520025" y="3641175"/>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solidFill>
                  <a:schemeClr val="accent5"/>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p:txBody>
      </p:sp>
      <p:sp>
        <p:nvSpPr>
          <p:cNvPr id="203" name="Google Shape;203;p12"/>
          <p:cNvSpPr txBox="1"/>
          <p:nvPr>
            <p:ph idx="9" type="title"/>
          </p:nvPr>
        </p:nvSpPr>
        <p:spPr>
          <a:xfrm>
            <a:off x="4390704" y="898075"/>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solidFill>
                  <a:schemeClr val="accent4"/>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p:txBody>
      </p:sp>
      <p:sp>
        <p:nvSpPr>
          <p:cNvPr id="204" name="Google Shape;204;p12"/>
          <p:cNvSpPr txBox="1"/>
          <p:nvPr>
            <p:ph idx="13" type="title"/>
          </p:nvPr>
        </p:nvSpPr>
        <p:spPr>
          <a:xfrm>
            <a:off x="5992500" y="977450"/>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05" name="Google Shape;205;p12"/>
          <p:cNvSpPr txBox="1"/>
          <p:nvPr>
            <p:ph idx="14" type="title"/>
          </p:nvPr>
        </p:nvSpPr>
        <p:spPr>
          <a:xfrm>
            <a:off x="257707" y="3448488"/>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06" name="Google Shape;206;p12"/>
          <p:cNvSpPr txBox="1"/>
          <p:nvPr>
            <p:ph idx="15" type="title"/>
          </p:nvPr>
        </p:nvSpPr>
        <p:spPr>
          <a:xfrm>
            <a:off x="257707" y="3961275"/>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07" name="Google Shape;207;p12"/>
          <p:cNvSpPr txBox="1"/>
          <p:nvPr>
            <p:ph idx="16" type="title"/>
          </p:nvPr>
        </p:nvSpPr>
        <p:spPr>
          <a:xfrm>
            <a:off x="1311836" y="3961287"/>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08" name="Google Shape;208;p12"/>
          <p:cNvSpPr txBox="1"/>
          <p:nvPr>
            <p:ph idx="17" type="title"/>
          </p:nvPr>
        </p:nvSpPr>
        <p:spPr>
          <a:xfrm>
            <a:off x="2365953" y="3961287"/>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09" name="Google Shape;209;p12"/>
          <p:cNvSpPr txBox="1"/>
          <p:nvPr>
            <p:ph idx="18" type="title"/>
          </p:nvPr>
        </p:nvSpPr>
        <p:spPr>
          <a:xfrm>
            <a:off x="257707" y="4474062"/>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10" name="Google Shape;210;p12"/>
          <p:cNvSpPr txBox="1"/>
          <p:nvPr>
            <p:ph idx="19" type="title"/>
          </p:nvPr>
        </p:nvSpPr>
        <p:spPr>
          <a:xfrm>
            <a:off x="1311836" y="4474074"/>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11" name="Google Shape;211;p12"/>
          <p:cNvSpPr txBox="1"/>
          <p:nvPr>
            <p:ph idx="20" type="title"/>
          </p:nvPr>
        </p:nvSpPr>
        <p:spPr>
          <a:xfrm>
            <a:off x="2365953" y="4474074"/>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12" name="Google Shape;212;p12"/>
          <p:cNvSpPr txBox="1"/>
          <p:nvPr>
            <p:ph idx="21" type="title"/>
          </p:nvPr>
        </p:nvSpPr>
        <p:spPr>
          <a:xfrm>
            <a:off x="1313187" y="3448500"/>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13" name="Google Shape;213;p12"/>
          <p:cNvSpPr txBox="1"/>
          <p:nvPr>
            <p:ph idx="22" type="title"/>
          </p:nvPr>
        </p:nvSpPr>
        <p:spPr>
          <a:xfrm>
            <a:off x="2365953" y="3448500"/>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14" name="Google Shape;214;p12"/>
          <p:cNvSpPr txBox="1"/>
          <p:nvPr>
            <p:ph idx="23" type="title"/>
          </p:nvPr>
        </p:nvSpPr>
        <p:spPr>
          <a:xfrm>
            <a:off x="216300" y="226194"/>
            <a:ext cx="4216200" cy="4167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accent5"/>
              </a:buClr>
              <a:buSzPts val="3500"/>
              <a:buFont typeface="Space Grotesk"/>
              <a:buNone/>
              <a:defRPr sz="3500">
                <a:solidFill>
                  <a:schemeClr val="accent5"/>
                </a:solidFill>
                <a:latin typeface="Space Grotesk"/>
                <a:ea typeface="Space Grotesk"/>
                <a:cs typeface="Space Grotesk"/>
                <a:sym typeface="Space Grotesk"/>
              </a:defRPr>
            </a:lvl1pPr>
            <a:lvl2pPr lvl="1">
              <a:lnSpc>
                <a:spcPct val="80000"/>
              </a:lnSpc>
              <a:spcBef>
                <a:spcPts val="0"/>
              </a:spcBef>
              <a:spcAft>
                <a:spcPts val="0"/>
              </a:spcAft>
              <a:buClr>
                <a:schemeClr val="accent5"/>
              </a:buClr>
              <a:buSzPts val="3900"/>
              <a:buFont typeface="Space Grotesk Medium"/>
              <a:buNone/>
              <a:defRPr sz="3900">
                <a:solidFill>
                  <a:schemeClr val="accent5"/>
                </a:solidFill>
              </a:defRPr>
            </a:lvl2pPr>
            <a:lvl3pPr lvl="2">
              <a:lnSpc>
                <a:spcPct val="80000"/>
              </a:lnSpc>
              <a:spcBef>
                <a:spcPts val="0"/>
              </a:spcBef>
              <a:spcAft>
                <a:spcPts val="0"/>
              </a:spcAft>
              <a:buClr>
                <a:schemeClr val="accent5"/>
              </a:buClr>
              <a:buSzPts val="3900"/>
              <a:buFont typeface="Space Grotesk Medium"/>
              <a:buNone/>
              <a:defRPr sz="3900">
                <a:solidFill>
                  <a:schemeClr val="accent5"/>
                </a:solidFill>
              </a:defRPr>
            </a:lvl3pPr>
            <a:lvl4pPr lvl="3">
              <a:lnSpc>
                <a:spcPct val="80000"/>
              </a:lnSpc>
              <a:spcBef>
                <a:spcPts val="0"/>
              </a:spcBef>
              <a:spcAft>
                <a:spcPts val="0"/>
              </a:spcAft>
              <a:buClr>
                <a:schemeClr val="accent5"/>
              </a:buClr>
              <a:buSzPts val="3900"/>
              <a:buFont typeface="Space Grotesk Medium"/>
              <a:buNone/>
              <a:defRPr sz="3900">
                <a:solidFill>
                  <a:schemeClr val="accent5"/>
                </a:solidFill>
              </a:defRPr>
            </a:lvl4pPr>
            <a:lvl5pPr lvl="4">
              <a:lnSpc>
                <a:spcPct val="80000"/>
              </a:lnSpc>
              <a:spcBef>
                <a:spcPts val="0"/>
              </a:spcBef>
              <a:spcAft>
                <a:spcPts val="0"/>
              </a:spcAft>
              <a:buClr>
                <a:schemeClr val="accent5"/>
              </a:buClr>
              <a:buSzPts val="3900"/>
              <a:buFont typeface="Space Grotesk Medium"/>
              <a:buNone/>
              <a:defRPr sz="3900">
                <a:solidFill>
                  <a:schemeClr val="accent5"/>
                </a:solidFill>
              </a:defRPr>
            </a:lvl5pPr>
            <a:lvl6pPr lvl="5">
              <a:lnSpc>
                <a:spcPct val="80000"/>
              </a:lnSpc>
              <a:spcBef>
                <a:spcPts val="0"/>
              </a:spcBef>
              <a:spcAft>
                <a:spcPts val="0"/>
              </a:spcAft>
              <a:buClr>
                <a:schemeClr val="accent5"/>
              </a:buClr>
              <a:buSzPts val="3900"/>
              <a:buFont typeface="Space Grotesk Medium"/>
              <a:buNone/>
              <a:defRPr sz="3900">
                <a:solidFill>
                  <a:schemeClr val="accent5"/>
                </a:solidFill>
              </a:defRPr>
            </a:lvl6pPr>
            <a:lvl7pPr lvl="6">
              <a:lnSpc>
                <a:spcPct val="80000"/>
              </a:lnSpc>
              <a:spcBef>
                <a:spcPts val="0"/>
              </a:spcBef>
              <a:spcAft>
                <a:spcPts val="0"/>
              </a:spcAft>
              <a:buClr>
                <a:schemeClr val="accent5"/>
              </a:buClr>
              <a:buSzPts val="3900"/>
              <a:buFont typeface="Space Grotesk Medium"/>
              <a:buNone/>
              <a:defRPr sz="3900">
                <a:solidFill>
                  <a:schemeClr val="accent5"/>
                </a:solidFill>
              </a:defRPr>
            </a:lvl7pPr>
            <a:lvl8pPr lvl="7">
              <a:lnSpc>
                <a:spcPct val="80000"/>
              </a:lnSpc>
              <a:spcBef>
                <a:spcPts val="0"/>
              </a:spcBef>
              <a:spcAft>
                <a:spcPts val="0"/>
              </a:spcAft>
              <a:buClr>
                <a:schemeClr val="accent5"/>
              </a:buClr>
              <a:buSzPts val="3900"/>
              <a:buFont typeface="Space Grotesk Medium"/>
              <a:buNone/>
              <a:defRPr sz="3900">
                <a:solidFill>
                  <a:schemeClr val="accent5"/>
                </a:solidFill>
              </a:defRPr>
            </a:lvl8pPr>
            <a:lvl9pPr lvl="8">
              <a:lnSpc>
                <a:spcPct val="80000"/>
              </a:lnSpc>
              <a:spcBef>
                <a:spcPts val="0"/>
              </a:spcBef>
              <a:spcAft>
                <a:spcPts val="0"/>
              </a:spcAft>
              <a:buClr>
                <a:schemeClr val="accent5"/>
              </a:buClr>
              <a:buSzPts val="3900"/>
              <a:buFont typeface="Space Grotesk Medium"/>
              <a:buNone/>
              <a:defRPr sz="3900">
                <a:solidFill>
                  <a:schemeClr val="accent5"/>
                </a:solidFill>
              </a:defRPr>
            </a:lvl9pPr>
          </a:lstStyle>
          <a:p/>
        </p:txBody>
      </p:sp>
    </p:spTree>
  </p:cSld>
  <p:clrMapOvr>
    <a:masterClrMapping/>
  </p:clrMapOvr>
  <p:extLst>
    <p:ext uri="{DCECCB84-F9BA-43D5-87BE-67443E8EF086}">
      <p15:sldGuideLst>
        <p15:guide id="1" pos="468">
          <p15:clr>
            <a:srgbClr val="E46962"/>
          </p15:clr>
        </p15:guide>
        <p15:guide id="2" orient="horz" pos="468">
          <p15:clr>
            <a:srgbClr val="E46962"/>
          </p15:clr>
        </p15:guide>
        <p15:guide id="3" orient="horz" pos="3081">
          <p15:clr>
            <a:srgbClr val="E46962"/>
          </p15:clr>
        </p15:guide>
        <p15:guide id="4" pos="5601">
          <p15:clr>
            <a:srgbClr val="E46962"/>
          </p15:clr>
        </p15:guide>
        <p15:guide id="5" pos="5292">
          <p15:clr>
            <a:srgbClr val="E46962"/>
          </p15:clr>
        </p15:guide>
        <p15:guide id="6" orient="horz" pos="159">
          <p15:clr>
            <a:srgbClr val="E46962"/>
          </p15:clr>
        </p15:guide>
        <p15:guide id="7" orient="horz" pos="2772">
          <p15:clr>
            <a:srgbClr val="E46962"/>
          </p15:clr>
        </p15:guide>
        <p15:guide id="8" pos="159">
          <p15:clr>
            <a:srgbClr val="E46962"/>
          </p15:clr>
        </p15:guide>
        <p15:guide id="9" pos="2268">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p">
  <p:cSld name="BLANK_1_1_1_1_1_1_1_1_1_1_1_1_1_1_1_1_2">
    <p:bg>
      <p:bgPr>
        <a:solidFill>
          <a:schemeClr val="dk1"/>
        </a:solidFill>
      </p:bgPr>
    </p:bg>
    <p:spTree>
      <p:nvGrpSpPr>
        <p:cNvPr id="215" name="Shape 215"/>
        <p:cNvGrpSpPr/>
        <p:nvPr/>
      </p:nvGrpSpPr>
      <p:grpSpPr>
        <a:xfrm>
          <a:off x="0" y="0"/>
          <a:ext cx="0" cy="0"/>
          <a:chOff x="0" y="0"/>
          <a:chExt cx="0" cy="0"/>
        </a:xfrm>
      </p:grpSpPr>
      <p:sp>
        <p:nvSpPr>
          <p:cNvPr id="216" name="Google Shape;216;p13"/>
          <p:cNvSpPr txBox="1"/>
          <p:nvPr>
            <p:ph type="title"/>
          </p:nvPr>
        </p:nvSpPr>
        <p:spPr>
          <a:xfrm>
            <a:off x="236975" y="4424350"/>
            <a:ext cx="4213800" cy="5421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2800"/>
              <a:buNone/>
              <a:defRPr sz="3500">
                <a:solidFill>
                  <a:schemeClr val="accent5"/>
                </a:solidFill>
              </a:defRPr>
            </a:lvl1pPr>
            <a:lvl2pPr lvl="1">
              <a:lnSpc>
                <a:spcPct val="115000"/>
              </a:lnSpc>
              <a:spcBef>
                <a:spcPts val="0"/>
              </a:spcBef>
              <a:spcAft>
                <a:spcPts val="0"/>
              </a:spcAft>
              <a:buSzPts val="2800"/>
              <a:buNone/>
              <a:defRPr sz="3900">
                <a:solidFill>
                  <a:schemeClr val="accent5"/>
                </a:solidFill>
              </a:defRPr>
            </a:lvl2pPr>
            <a:lvl3pPr lvl="2">
              <a:lnSpc>
                <a:spcPct val="115000"/>
              </a:lnSpc>
              <a:spcBef>
                <a:spcPts val="0"/>
              </a:spcBef>
              <a:spcAft>
                <a:spcPts val="0"/>
              </a:spcAft>
              <a:buSzPts val="2800"/>
              <a:buNone/>
              <a:defRPr sz="3900">
                <a:solidFill>
                  <a:schemeClr val="accent5"/>
                </a:solidFill>
              </a:defRPr>
            </a:lvl3pPr>
            <a:lvl4pPr lvl="3">
              <a:lnSpc>
                <a:spcPct val="115000"/>
              </a:lnSpc>
              <a:spcBef>
                <a:spcPts val="0"/>
              </a:spcBef>
              <a:spcAft>
                <a:spcPts val="0"/>
              </a:spcAft>
              <a:buSzPts val="2800"/>
              <a:buNone/>
              <a:defRPr sz="3900">
                <a:solidFill>
                  <a:schemeClr val="accent5"/>
                </a:solidFill>
              </a:defRPr>
            </a:lvl4pPr>
            <a:lvl5pPr lvl="4">
              <a:lnSpc>
                <a:spcPct val="115000"/>
              </a:lnSpc>
              <a:spcBef>
                <a:spcPts val="0"/>
              </a:spcBef>
              <a:spcAft>
                <a:spcPts val="0"/>
              </a:spcAft>
              <a:buSzPts val="2800"/>
              <a:buNone/>
              <a:defRPr sz="3900">
                <a:solidFill>
                  <a:schemeClr val="accent5"/>
                </a:solidFill>
              </a:defRPr>
            </a:lvl5pPr>
            <a:lvl6pPr lvl="5">
              <a:lnSpc>
                <a:spcPct val="115000"/>
              </a:lnSpc>
              <a:spcBef>
                <a:spcPts val="0"/>
              </a:spcBef>
              <a:spcAft>
                <a:spcPts val="0"/>
              </a:spcAft>
              <a:buSzPts val="2800"/>
              <a:buNone/>
              <a:defRPr sz="3900">
                <a:solidFill>
                  <a:schemeClr val="accent5"/>
                </a:solidFill>
              </a:defRPr>
            </a:lvl6pPr>
            <a:lvl7pPr lvl="6">
              <a:lnSpc>
                <a:spcPct val="115000"/>
              </a:lnSpc>
              <a:spcBef>
                <a:spcPts val="0"/>
              </a:spcBef>
              <a:spcAft>
                <a:spcPts val="0"/>
              </a:spcAft>
              <a:buSzPts val="2800"/>
              <a:buNone/>
              <a:defRPr sz="3900">
                <a:solidFill>
                  <a:schemeClr val="accent5"/>
                </a:solidFill>
              </a:defRPr>
            </a:lvl7pPr>
            <a:lvl8pPr lvl="7">
              <a:lnSpc>
                <a:spcPct val="115000"/>
              </a:lnSpc>
              <a:spcBef>
                <a:spcPts val="0"/>
              </a:spcBef>
              <a:spcAft>
                <a:spcPts val="0"/>
              </a:spcAft>
              <a:buSzPts val="2800"/>
              <a:buNone/>
              <a:defRPr sz="3900">
                <a:solidFill>
                  <a:schemeClr val="accent5"/>
                </a:solidFill>
              </a:defRPr>
            </a:lvl8pPr>
            <a:lvl9pPr lvl="8">
              <a:lnSpc>
                <a:spcPct val="115000"/>
              </a:lnSpc>
              <a:spcBef>
                <a:spcPts val="0"/>
              </a:spcBef>
              <a:spcAft>
                <a:spcPts val="0"/>
              </a:spcAft>
              <a:buSzPts val="2800"/>
              <a:buNone/>
              <a:defRPr sz="3900">
                <a:solidFill>
                  <a:schemeClr val="accent5"/>
                </a:solidFill>
              </a:defRPr>
            </a:lvl9pPr>
          </a:lstStyle>
          <a:p/>
        </p:txBody>
      </p:sp>
      <p:sp>
        <p:nvSpPr>
          <p:cNvPr id="217" name="Google Shape;217;p13"/>
          <p:cNvSpPr txBox="1"/>
          <p:nvPr>
            <p:ph idx="1" type="subTitle"/>
          </p:nvPr>
        </p:nvSpPr>
        <p:spPr>
          <a:xfrm>
            <a:off x="6248450" y="4424346"/>
            <a:ext cx="2847300" cy="4665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1pPr>
            <a:lvl2pPr lvl="1">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2pPr>
            <a:lvl3pPr lvl="2">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3pPr>
            <a:lvl4pPr lvl="3">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4pPr>
            <a:lvl5pPr lvl="4">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5pPr>
            <a:lvl6pPr lvl="5">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6pPr>
            <a:lvl7pPr lvl="6">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7pPr>
            <a:lvl8pPr lvl="7">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8pPr>
            <a:lvl9pPr lvl="8">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9pPr>
          </a:lstStyle>
          <a:p/>
        </p:txBody>
      </p:sp>
      <p:sp>
        <p:nvSpPr>
          <p:cNvPr id="218" name="Google Shape;218;p13"/>
          <p:cNvSpPr txBox="1"/>
          <p:nvPr>
            <p:ph idx="2" type="subTitle"/>
          </p:nvPr>
        </p:nvSpPr>
        <p:spPr>
          <a:xfrm>
            <a:off x="241825" y="2738350"/>
            <a:ext cx="1869600" cy="1603500"/>
          </a:xfrm>
          <a:prstGeom prst="rect">
            <a:avLst/>
          </a:prstGeom>
        </p:spPr>
        <p:txBody>
          <a:bodyPr anchorCtr="0" anchor="b" bIns="0" lIns="0" spcFirstLastPara="1" rIns="0" wrap="square" tIns="0">
            <a:normAutofit/>
          </a:bodyPr>
          <a:lstStyle>
            <a:lvl1pPr lvl="0">
              <a:lnSpc>
                <a:spcPct val="100000"/>
              </a:lnSpc>
              <a:spcBef>
                <a:spcPts val="0"/>
              </a:spcBef>
              <a:spcAft>
                <a:spcPts val="0"/>
              </a:spcAft>
              <a:buClr>
                <a:schemeClr val="lt2"/>
              </a:buClr>
              <a:buSzPts val="1000"/>
              <a:buFont typeface="Space Grotesk"/>
              <a:buNone/>
              <a:defRPr sz="1000">
                <a:solidFill>
                  <a:schemeClr val="lt2"/>
                </a:solidFill>
              </a:defRPr>
            </a:lvl1pPr>
            <a:lvl2pPr lvl="1">
              <a:lnSpc>
                <a:spcPct val="100000"/>
              </a:lnSpc>
              <a:spcBef>
                <a:spcPts val="0"/>
              </a:spcBef>
              <a:spcAft>
                <a:spcPts val="0"/>
              </a:spcAft>
              <a:buClr>
                <a:schemeClr val="lt2"/>
              </a:buClr>
              <a:buSzPts val="1000"/>
              <a:buFont typeface="Space Grotesk"/>
              <a:buNone/>
              <a:defRPr sz="1000">
                <a:solidFill>
                  <a:schemeClr val="lt2"/>
                </a:solidFill>
              </a:defRPr>
            </a:lvl2pPr>
            <a:lvl3pPr lvl="2">
              <a:lnSpc>
                <a:spcPct val="100000"/>
              </a:lnSpc>
              <a:spcBef>
                <a:spcPts val="0"/>
              </a:spcBef>
              <a:spcAft>
                <a:spcPts val="0"/>
              </a:spcAft>
              <a:buClr>
                <a:schemeClr val="lt2"/>
              </a:buClr>
              <a:buSzPts val="1000"/>
              <a:buFont typeface="Space Grotesk"/>
              <a:buNone/>
              <a:defRPr sz="1000">
                <a:solidFill>
                  <a:schemeClr val="lt2"/>
                </a:solidFill>
              </a:defRPr>
            </a:lvl3pPr>
            <a:lvl4pPr lvl="3">
              <a:lnSpc>
                <a:spcPct val="100000"/>
              </a:lnSpc>
              <a:spcBef>
                <a:spcPts val="0"/>
              </a:spcBef>
              <a:spcAft>
                <a:spcPts val="0"/>
              </a:spcAft>
              <a:buClr>
                <a:schemeClr val="lt2"/>
              </a:buClr>
              <a:buSzPts val="1000"/>
              <a:buFont typeface="Space Grotesk"/>
              <a:buNone/>
              <a:defRPr sz="1000">
                <a:solidFill>
                  <a:schemeClr val="lt2"/>
                </a:solidFill>
              </a:defRPr>
            </a:lvl4pPr>
            <a:lvl5pPr lvl="4">
              <a:lnSpc>
                <a:spcPct val="100000"/>
              </a:lnSpc>
              <a:spcBef>
                <a:spcPts val="0"/>
              </a:spcBef>
              <a:spcAft>
                <a:spcPts val="0"/>
              </a:spcAft>
              <a:buClr>
                <a:schemeClr val="lt2"/>
              </a:buClr>
              <a:buSzPts val="1000"/>
              <a:buFont typeface="Space Grotesk"/>
              <a:buNone/>
              <a:defRPr sz="1000">
                <a:solidFill>
                  <a:schemeClr val="lt2"/>
                </a:solidFill>
              </a:defRPr>
            </a:lvl5pPr>
            <a:lvl6pPr lvl="5">
              <a:lnSpc>
                <a:spcPct val="100000"/>
              </a:lnSpc>
              <a:spcBef>
                <a:spcPts val="0"/>
              </a:spcBef>
              <a:spcAft>
                <a:spcPts val="0"/>
              </a:spcAft>
              <a:buClr>
                <a:schemeClr val="lt2"/>
              </a:buClr>
              <a:buSzPts val="1000"/>
              <a:buFont typeface="Space Grotesk"/>
              <a:buNone/>
              <a:defRPr sz="1000">
                <a:solidFill>
                  <a:schemeClr val="lt2"/>
                </a:solidFill>
              </a:defRPr>
            </a:lvl6pPr>
            <a:lvl7pPr lvl="6">
              <a:lnSpc>
                <a:spcPct val="100000"/>
              </a:lnSpc>
              <a:spcBef>
                <a:spcPts val="0"/>
              </a:spcBef>
              <a:spcAft>
                <a:spcPts val="0"/>
              </a:spcAft>
              <a:buClr>
                <a:schemeClr val="lt2"/>
              </a:buClr>
              <a:buSzPts val="1000"/>
              <a:buFont typeface="Space Grotesk"/>
              <a:buNone/>
              <a:defRPr sz="1000">
                <a:solidFill>
                  <a:schemeClr val="lt2"/>
                </a:solidFill>
              </a:defRPr>
            </a:lvl7pPr>
            <a:lvl8pPr lvl="7">
              <a:lnSpc>
                <a:spcPct val="100000"/>
              </a:lnSpc>
              <a:spcBef>
                <a:spcPts val="0"/>
              </a:spcBef>
              <a:spcAft>
                <a:spcPts val="0"/>
              </a:spcAft>
              <a:buClr>
                <a:schemeClr val="lt2"/>
              </a:buClr>
              <a:buSzPts val="1000"/>
              <a:buFont typeface="Space Grotesk"/>
              <a:buNone/>
              <a:defRPr sz="1000">
                <a:solidFill>
                  <a:schemeClr val="lt2"/>
                </a:solidFill>
              </a:defRPr>
            </a:lvl8pPr>
            <a:lvl9pPr lvl="8">
              <a:lnSpc>
                <a:spcPct val="100000"/>
              </a:lnSpc>
              <a:spcBef>
                <a:spcPts val="0"/>
              </a:spcBef>
              <a:spcAft>
                <a:spcPts val="0"/>
              </a:spcAft>
              <a:buClr>
                <a:schemeClr val="lt2"/>
              </a:buClr>
              <a:buSzPts val="1000"/>
              <a:buFont typeface="Space Grotesk"/>
              <a:buNone/>
              <a:defRPr sz="1000">
                <a:solidFill>
                  <a:schemeClr val="lt2"/>
                </a:solidFill>
              </a:defRPr>
            </a:lvl9pPr>
          </a:lstStyle>
          <a:p/>
        </p:txBody>
      </p:sp>
      <p:grpSp>
        <p:nvGrpSpPr>
          <p:cNvPr id="219" name="Google Shape;219;p13"/>
          <p:cNvGrpSpPr/>
          <p:nvPr/>
        </p:nvGrpSpPr>
        <p:grpSpPr>
          <a:xfrm>
            <a:off x="925470" y="348801"/>
            <a:ext cx="7293054" cy="3993059"/>
            <a:chOff x="238125" y="713000"/>
            <a:chExt cx="7143750" cy="4289000"/>
          </a:xfrm>
        </p:grpSpPr>
        <p:sp>
          <p:nvSpPr>
            <p:cNvPr id="220" name="Google Shape;220;p13"/>
            <p:cNvSpPr/>
            <p:nvPr/>
          </p:nvSpPr>
          <p:spPr>
            <a:xfrm>
              <a:off x="1952625" y="3233400"/>
              <a:ext cx="950200" cy="1768600"/>
            </a:xfrm>
            <a:custGeom>
              <a:rect b="b" l="l" r="r" t="t"/>
              <a:pathLst>
                <a:path extrusionOk="0" h="70744" w="38008">
                  <a:moveTo>
                    <a:pt x="0" y="0"/>
                  </a:moveTo>
                  <a:lnTo>
                    <a:pt x="0" y="3607"/>
                  </a:lnTo>
                  <a:lnTo>
                    <a:pt x="3718" y="3607"/>
                  </a:lnTo>
                  <a:lnTo>
                    <a:pt x="3718" y="11153"/>
                  </a:lnTo>
                  <a:lnTo>
                    <a:pt x="0" y="11153"/>
                  </a:lnTo>
                  <a:lnTo>
                    <a:pt x="0" y="18533"/>
                  </a:lnTo>
                  <a:lnTo>
                    <a:pt x="3773" y="18533"/>
                  </a:lnTo>
                  <a:lnTo>
                    <a:pt x="3773" y="25968"/>
                  </a:lnTo>
                  <a:lnTo>
                    <a:pt x="7602" y="25968"/>
                  </a:lnTo>
                  <a:lnTo>
                    <a:pt x="7602" y="29741"/>
                  </a:lnTo>
                  <a:lnTo>
                    <a:pt x="11375" y="29741"/>
                  </a:lnTo>
                  <a:lnTo>
                    <a:pt x="11375" y="33513"/>
                  </a:lnTo>
                  <a:lnTo>
                    <a:pt x="11375" y="37286"/>
                  </a:lnTo>
                  <a:lnTo>
                    <a:pt x="7602" y="37286"/>
                  </a:lnTo>
                  <a:lnTo>
                    <a:pt x="7602" y="70744"/>
                  </a:lnTo>
                  <a:lnTo>
                    <a:pt x="11375" y="70744"/>
                  </a:lnTo>
                  <a:lnTo>
                    <a:pt x="11375" y="63309"/>
                  </a:lnTo>
                  <a:lnTo>
                    <a:pt x="15203" y="63309"/>
                  </a:lnTo>
                  <a:lnTo>
                    <a:pt x="15203" y="52101"/>
                  </a:lnTo>
                  <a:lnTo>
                    <a:pt x="22805" y="52101"/>
                  </a:lnTo>
                  <a:lnTo>
                    <a:pt x="22805" y="44611"/>
                  </a:lnTo>
                  <a:lnTo>
                    <a:pt x="26578" y="44611"/>
                  </a:lnTo>
                  <a:lnTo>
                    <a:pt x="26578" y="33458"/>
                  </a:lnTo>
                  <a:lnTo>
                    <a:pt x="34235" y="33458"/>
                  </a:lnTo>
                  <a:lnTo>
                    <a:pt x="34235" y="22250"/>
                  </a:lnTo>
                  <a:lnTo>
                    <a:pt x="38008" y="22250"/>
                  </a:lnTo>
                  <a:lnTo>
                    <a:pt x="38008" y="14815"/>
                  </a:lnTo>
                  <a:lnTo>
                    <a:pt x="34235" y="14815"/>
                  </a:lnTo>
                  <a:lnTo>
                    <a:pt x="34235" y="11153"/>
                  </a:lnTo>
                  <a:lnTo>
                    <a:pt x="26578" y="11153"/>
                  </a:lnTo>
                  <a:lnTo>
                    <a:pt x="26578" y="7380"/>
                  </a:lnTo>
                  <a:lnTo>
                    <a:pt x="22749" y="7380"/>
                  </a:lnTo>
                  <a:lnTo>
                    <a:pt x="22749" y="3607"/>
                  </a:lnTo>
                  <a:lnTo>
                    <a:pt x="18976" y="3607"/>
                  </a:lnTo>
                  <a:lnTo>
                    <a:pt x="1897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21" name="Google Shape;221;p13"/>
            <p:cNvSpPr/>
            <p:nvPr/>
          </p:nvSpPr>
          <p:spPr>
            <a:xfrm>
              <a:off x="5955875" y="3792400"/>
              <a:ext cx="756025" cy="835100"/>
            </a:xfrm>
            <a:custGeom>
              <a:rect b="b" l="l" r="r" t="t"/>
              <a:pathLst>
                <a:path extrusionOk="0" h="33404" w="30241">
                  <a:moveTo>
                    <a:pt x="11320" y="1"/>
                  </a:moveTo>
                  <a:lnTo>
                    <a:pt x="11320" y="3718"/>
                  </a:lnTo>
                  <a:lnTo>
                    <a:pt x="3719" y="3718"/>
                  </a:lnTo>
                  <a:lnTo>
                    <a:pt x="3719" y="7436"/>
                  </a:lnTo>
                  <a:lnTo>
                    <a:pt x="1" y="7436"/>
                  </a:lnTo>
                  <a:lnTo>
                    <a:pt x="1" y="25968"/>
                  </a:lnTo>
                  <a:lnTo>
                    <a:pt x="3663" y="25968"/>
                  </a:lnTo>
                  <a:lnTo>
                    <a:pt x="3663" y="22361"/>
                  </a:lnTo>
                  <a:lnTo>
                    <a:pt x="15149" y="22361"/>
                  </a:lnTo>
                  <a:lnTo>
                    <a:pt x="15149" y="26024"/>
                  </a:lnTo>
                  <a:lnTo>
                    <a:pt x="18922" y="26024"/>
                  </a:lnTo>
                  <a:lnTo>
                    <a:pt x="18922" y="29741"/>
                  </a:lnTo>
                  <a:lnTo>
                    <a:pt x="22750" y="29741"/>
                  </a:lnTo>
                  <a:lnTo>
                    <a:pt x="22750" y="33403"/>
                  </a:lnTo>
                  <a:lnTo>
                    <a:pt x="26579" y="33403"/>
                  </a:lnTo>
                  <a:lnTo>
                    <a:pt x="26579" y="22251"/>
                  </a:lnTo>
                  <a:lnTo>
                    <a:pt x="30241" y="22251"/>
                  </a:lnTo>
                  <a:lnTo>
                    <a:pt x="30241" y="11098"/>
                  </a:lnTo>
                  <a:lnTo>
                    <a:pt x="26523" y="11098"/>
                  </a:lnTo>
                  <a:lnTo>
                    <a:pt x="26523" y="7381"/>
                  </a:lnTo>
                  <a:lnTo>
                    <a:pt x="22695" y="7381"/>
                  </a:lnTo>
                  <a:lnTo>
                    <a:pt x="22695" y="1"/>
                  </a:lnTo>
                  <a:lnTo>
                    <a:pt x="18866" y="1"/>
                  </a:lnTo>
                  <a:lnTo>
                    <a:pt x="18866" y="3663"/>
                  </a:lnTo>
                  <a:lnTo>
                    <a:pt x="15093" y="3663"/>
                  </a:lnTo>
                  <a:lnTo>
                    <a:pt x="150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22" name="Google Shape;222;p13"/>
            <p:cNvSpPr/>
            <p:nvPr/>
          </p:nvSpPr>
          <p:spPr>
            <a:xfrm>
              <a:off x="5858775" y="3324950"/>
              <a:ext cx="283025" cy="277450"/>
            </a:xfrm>
            <a:custGeom>
              <a:rect b="b" l="l" r="r" t="t"/>
              <a:pathLst>
                <a:path extrusionOk="0" h="11098" w="11321">
                  <a:moveTo>
                    <a:pt x="3774" y="0"/>
                  </a:moveTo>
                  <a:lnTo>
                    <a:pt x="3774" y="3773"/>
                  </a:lnTo>
                  <a:lnTo>
                    <a:pt x="1" y="3773"/>
                  </a:lnTo>
                  <a:lnTo>
                    <a:pt x="1" y="11098"/>
                  </a:lnTo>
                  <a:lnTo>
                    <a:pt x="3774" y="11098"/>
                  </a:lnTo>
                  <a:lnTo>
                    <a:pt x="3774" y="7380"/>
                  </a:lnTo>
                  <a:lnTo>
                    <a:pt x="11320" y="7380"/>
                  </a:lnTo>
                  <a:lnTo>
                    <a:pt x="11320" y="3663"/>
                  </a:lnTo>
                  <a:lnTo>
                    <a:pt x="7492" y="3663"/>
                  </a:lnTo>
                  <a:lnTo>
                    <a:pt x="74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23" name="Google Shape;223;p13"/>
            <p:cNvSpPr/>
            <p:nvPr/>
          </p:nvSpPr>
          <p:spPr>
            <a:xfrm>
              <a:off x="1762575" y="2953200"/>
              <a:ext cx="187300" cy="274675"/>
            </a:xfrm>
            <a:custGeom>
              <a:rect b="b" l="l" r="r" t="t"/>
              <a:pathLst>
                <a:path extrusionOk="0" h="10987" w="7492">
                  <a:moveTo>
                    <a:pt x="0" y="0"/>
                  </a:moveTo>
                  <a:lnTo>
                    <a:pt x="0" y="7380"/>
                  </a:lnTo>
                  <a:lnTo>
                    <a:pt x="3774" y="7380"/>
                  </a:lnTo>
                  <a:lnTo>
                    <a:pt x="3774" y="10987"/>
                  </a:lnTo>
                  <a:lnTo>
                    <a:pt x="7491" y="10987"/>
                  </a:lnTo>
                  <a:lnTo>
                    <a:pt x="7491" y="3662"/>
                  </a:lnTo>
                  <a:lnTo>
                    <a:pt x="3718" y="3662"/>
                  </a:lnTo>
                  <a:lnTo>
                    <a:pt x="37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24" name="Google Shape;224;p13"/>
            <p:cNvSpPr/>
            <p:nvPr/>
          </p:nvSpPr>
          <p:spPr>
            <a:xfrm>
              <a:off x="6716050" y="1832400"/>
              <a:ext cx="187275" cy="277450"/>
            </a:xfrm>
            <a:custGeom>
              <a:rect b="b" l="l" r="r" t="t"/>
              <a:pathLst>
                <a:path extrusionOk="0" h="11098" w="7491">
                  <a:moveTo>
                    <a:pt x="3773" y="0"/>
                  </a:moveTo>
                  <a:lnTo>
                    <a:pt x="3773" y="3773"/>
                  </a:lnTo>
                  <a:lnTo>
                    <a:pt x="0" y="3773"/>
                  </a:lnTo>
                  <a:lnTo>
                    <a:pt x="0" y="11098"/>
                  </a:lnTo>
                  <a:lnTo>
                    <a:pt x="3718" y="11098"/>
                  </a:lnTo>
                  <a:lnTo>
                    <a:pt x="3718" y="7380"/>
                  </a:lnTo>
                  <a:lnTo>
                    <a:pt x="7491" y="7380"/>
                  </a:lnTo>
                  <a:lnTo>
                    <a:pt x="749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25" name="Google Shape;225;p13"/>
            <p:cNvSpPr/>
            <p:nvPr/>
          </p:nvSpPr>
          <p:spPr>
            <a:xfrm>
              <a:off x="4524375" y="3886725"/>
              <a:ext cx="91575" cy="274700"/>
            </a:xfrm>
            <a:custGeom>
              <a:rect b="b" l="l" r="r" t="t"/>
              <a:pathLst>
                <a:path extrusionOk="0" h="10988" w="3663">
                  <a:moveTo>
                    <a:pt x="0" y="1"/>
                  </a:moveTo>
                  <a:lnTo>
                    <a:pt x="0" y="10987"/>
                  </a:lnTo>
                  <a:lnTo>
                    <a:pt x="3662" y="10987"/>
                  </a:lnTo>
                  <a:lnTo>
                    <a:pt x="36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26" name="Google Shape;226;p13"/>
            <p:cNvSpPr/>
            <p:nvPr/>
          </p:nvSpPr>
          <p:spPr>
            <a:xfrm>
              <a:off x="5477325" y="807300"/>
              <a:ext cx="187300" cy="181750"/>
            </a:xfrm>
            <a:custGeom>
              <a:rect b="b" l="l" r="r" t="t"/>
              <a:pathLst>
                <a:path extrusionOk="0" h="7270" w="7492">
                  <a:moveTo>
                    <a:pt x="1" y="1"/>
                  </a:moveTo>
                  <a:lnTo>
                    <a:pt x="1" y="7270"/>
                  </a:lnTo>
                  <a:lnTo>
                    <a:pt x="7491" y="7270"/>
                  </a:lnTo>
                  <a:lnTo>
                    <a:pt x="7491" y="3608"/>
                  </a:lnTo>
                  <a:lnTo>
                    <a:pt x="3718" y="3608"/>
                  </a:lnTo>
                  <a:lnTo>
                    <a:pt x="37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27" name="Google Shape;227;p13"/>
            <p:cNvSpPr/>
            <p:nvPr/>
          </p:nvSpPr>
          <p:spPr>
            <a:xfrm>
              <a:off x="1951225" y="2765925"/>
              <a:ext cx="94350" cy="183150"/>
            </a:xfrm>
            <a:custGeom>
              <a:rect b="b" l="l" r="r" t="t"/>
              <a:pathLst>
                <a:path extrusionOk="0" h="7326" w="3774">
                  <a:moveTo>
                    <a:pt x="1" y="1"/>
                  </a:moveTo>
                  <a:lnTo>
                    <a:pt x="1" y="7325"/>
                  </a:lnTo>
                  <a:lnTo>
                    <a:pt x="3774" y="7325"/>
                  </a:lnTo>
                  <a:lnTo>
                    <a:pt x="377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28" name="Google Shape;228;p13"/>
            <p:cNvSpPr/>
            <p:nvPr/>
          </p:nvSpPr>
          <p:spPr>
            <a:xfrm>
              <a:off x="3859925" y="900250"/>
              <a:ext cx="91575" cy="183125"/>
            </a:xfrm>
            <a:custGeom>
              <a:rect b="b" l="l" r="r" t="t"/>
              <a:pathLst>
                <a:path extrusionOk="0" h="7325" w="3663">
                  <a:moveTo>
                    <a:pt x="0" y="0"/>
                  </a:moveTo>
                  <a:lnTo>
                    <a:pt x="0" y="7325"/>
                  </a:lnTo>
                  <a:lnTo>
                    <a:pt x="3552" y="7325"/>
                  </a:lnTo>
                  <a:lnTo>
                    <a:pt x="3607" y="6770"/>
                  </a:lnTo>
                  <a:lnTo>
                    <a:pt x="3663" y="5826"/>
                  </a:lnTo>
                  <a:lnTo>
                    <a:pt x="3663" y="3496"/>
                  </a:lnTo>
                  <a:lnTo>
                    <a:pt x="3607" y="1221"/>
                  </a:lnTo>
                  <a:lnTo>
                    <a:pt x="3552" y="389"/>
                  </a:lnTo>
                  <a:lnTo>
                    <a:pt x="349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29" name="Google Shape;229;p13"/>
            <p:cNvSpPr/>
            <p:nvPr/>
          </p:nvSpPr>
          <p:spPr>
            <a:xfrm>
              <a:off x="7097500" y="4444350"/>
              <a:ext cx="92950" cy="183150"/>
            </a:xfrm>
            <a:custGeom>
              <a:rect b="b" l="l" r="r" t="t"/>
              <a:pathLst>
                <a:path extrusionOk="0" h="7326" w="3718">
                  <a:moveTo>
                    <a:pt x="1" y="1"/>
                  </a:moveTo>
                  <a:lnTo>
                    <a:pt x="1" y="7325"/>
                  </a:lnTo>
                  <a:lnTo>
                    <a:pt x="3718" y="7325"/>
                  </a:lnTo>
                  <a:lnTo>
                    <a:pt x="3718" y="5494"/>
                  </a:lnTo>
                  <a:lnTo>
                    <a:pt x="3718" y="3663"/>
                  </a:lnTo>
                  <a:lnTo>
                    <a:pt x="3718" y="1832"/>
                  </a:lnTo>
                  <a:lnTo>
                    <a:pt x="36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30" name="Google Shape;230;p13"/>
            <p:cNvSpPr/>
            <p:nvPr/>
          </p:nvSpPr>
          <p:spPr>
            <a:xfrm>
              <a:off x="3477075" y="1832400"/>
              <a:ext cx="91575" cy="184525"/>
            </a:xfrm>
            <a:custGeom>
              <a:rect b="b" l="l" r="r" t="t"/>
              <a:pathLst>
                <a:path extrusionOk="0" h="7381" w="3663">
                  <a:moveTo>
                    <a:pt x="1" y="0"/>
                  </a:moveTo>
                  <a:lnTo>
                    <a:pt x="1" y="7380"/>
                  </a:lnTo>
                  <a:lnTo>
                    <a:pt x="3663" y="7380"/>
                  </a:lnTo>
                  <a:lnTo>
                    <a:pt x="36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31" name="Google Shape;231;p13"/>
            <p:cNvSpPr/>
            <p:nvPr/>
          </p:nvSpPr>
          <p:spPr>
            <a:xfrm>
              <a:off x="3191325" y="1553575"/>
              <a:ext cx="187300" cy="88825"/>
            </a:xfrm>
            <a:custGeom>
              <a:rect b="b" l="l" r="r" t="t"/>
              <a:pathLst>
                <a:path extrusionOk="0" h="3553" w="7492">
                  <a:moveTo>
                    <a:pt x="0" y="1"/>
                  </a:moveTo>
                  <a:lnTo>
                    <a:pt x="0" y="3552"/>
                  </a:lnTo>
                  <a:lnTo>
                    <a:pt x="7491" y="3552"/>
                  </a:lnTo>
                  <a:lnTo>
                    <a:pt x="74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32" name="Google Shape;232;p13"/>
            <p:cNvSpPr/>
            <p:nvPr/>
          </p:nvSpPr>
          <p:spPr>
            <a:xfrm>
              <a:off x="6430275" y="3605150"/>
              <a:ext cx="187300" cy="90200"/>
            </a:xfrm>
            <a:custGeom>
              <a:rect b="b" l="l" r="r" t="t"/>
              <a:pathLst>
                <a:path extrusionOk="0" h="3608" w="7492">
                  <a:moveTo>
                    <a:pt x="1" y="0"/>
                  </a:moveTo>
                  <a:lnTo>
                    <a:pt x="1" y="3607"/>
                  </a:lnTo>
                  <a:lnTo>
                    <a:pt x="7492" y="3607"/>
                  </a:lnTo>
                  <a:lnTo>
                    <a:pt x="74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33" name="Google Shape;233;p13"/>
            <p:cNvSpPr/>
            <p:nvPr/>
          </p:nvSpPr>
          <p:spPr>
            <a:xfrm>
              <a:off x="6240250" y="3513600"/>
              <a:ext cx="187300" cy="88800"/>
            </a:xfrm>
            <a:custGeom>
              <a:rect b="b" l="l" r="r" t="t"/>
              <a:pathLst>
                <a:path extrusionOk="0" h="3552" w="7492">
                  <a:moveTo>
                    <a:pt x="0" y="0"/>
                  </a:moveTo>
                  <a:lnTo>
                    <a:pt x="0" y="3552"/>
                  </a:lnTo>
                  <a:lnTo>
                    <a:pt x="7491" y="3552"/>
                  </a:lnTo>
                  <a:lnTo>
                    <a:pt x="749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34" name="Google Shape;234;p13"/>
            <p:cNvSpPr/>
            <p:nvPr/>
          </p:nvSpPr>
          <p:spPr>
            <a:xfrm>
              <a:off x="2142650" y="2953200"/>
              <a:ext cx="92975" cy="88800"/>
            </a:xfrm>
            <a:custGeom>
              <a:rect b="b" l="l" r="r" t="t"/>
              <a:pathLst>
                <a:path extrusionOk="0" h="3552" w="3719">
                  <a:moveTo>
                    <a:pt x="1" y="0"/>
                  </a:moveTo>
                  <a:lnTo>
                    <a:pt x="1" y="3552"/>
                  </a:lnTo>
                  <a:lnTo>
                    <a:pt x="3718" y="3552"/>
                  </a:lnTo>
                  <a:lnTo>
                    <a:pt x="37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35" name="Google Shape;235;p13"/>
            <p:cNvSpPr/>
            <p:nvPr/>
          </p:nvSpPr>
          <p:spPr>
            <a:xfrm>
              <a:off x="4048575" y="898875"/>
              <a:ext cx="92975" cy="90175"/>
            </a:xfrm>
            <a:custGeom>
              <a:rect b="b" l="l" r="r" t="t"/>
              <a:pathLst>
                <a:path extrusionOk="0" h="3607" w="3719">
                  <a:moveTo>
                    <a:pt x="1" y="0"/>
                  </a:moveTo>
                  <a:lnTo>
                    <a:pt x="1" y="3607"/>
                  </a:lnTo>
                  <a:lnTo>
                    <a:pt x="3718" y="3607"/>
                  </a:lnTo>
                  <a:lnTo>
                    <a:pt x="37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36" name="Google Shape;236;p13"/>
            <p:cNvSpPr/>
            <p:nvPr/>
          </p:nvSpPr>
          <p:spPr>
            <a:xfrm>
              <a:off x="5191575" y="3233400"/>
              <a:ext cx="92975" cy="88800"/>
            </a:xfrm>
            <a:custGeom>
              <a:rect b="b" l="l" r="r" t="t"/>
              <a:pathLst>
                <a:path extrusionOk="0" h="3552" w="3719">
                  <a:moveTo>
                    <a:pt x="1" y="0"/>
                  </a:moveTo>
                  <a:lnTo>
                    <a:pt x="1" y="3552"/>
                  </a:lnTo>
                  <a:lnTo>
                    <a:pt x="3718" y="3552"/>
                  </a:lnTo>
                  <a:lnTo>
                    <a:pt x="37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37" name="Google Shape;237;p13"/>
            <p:cNvSpPr/>
            <p:nvPr/>
          </p:nvSpPr>
          <p:spPr>
            <a:xfrm>
              <a:off x="7001800" y="4631625"/>
              <a:ext cx="91575" cy="90175"/>
            </a:xfrm>
            <a:custGeom>
              <a:rect b="b" l="l" r="r" t="t"/>
              <a:pathLst>
                <a:path extrusionOk="0" h="3607" w="3663">
                  <a:moveTo>
                    <a:pt x="0" y="0"/>
                  </a:moveTo>
                  <a:lnTo>
                    <a:pt x="0" y="3607"/>
                  </a:lnTo>
                  <a:lnTo>
                    <a:pt x="3662" y="3607"/>
                  </a:lnTo>
                  <a:lnTo>
                    <a:pt x="366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38" name="Google Shape;238;p13"/>
            <p:cNvSpPr/>
            <p:nvPr/>
          </p:nvSpPr>
          <p:spPr>
            <a:xfrm>
              <a:off x="5573025" y="3419275"/>
              <a:ext cx="91600" cy="88800"/>
            </a:xfrm>
            <a:custGeom>
              <a:rect b="b" l="l" r="r" t="t"/>
              <a:pathLst>
                <a:path extrusionOk="0" h="3552" w="3664">
                  <a:moveTo>
                    <a:pt x="1" y="0"/>
                  </a:moveTo>
                  <a:lnTo>
                    <a:pt x="1" y="3552"/>
                  </a:lnTo>
                  <a:lnTo>
                    <a:pt x="3663" y="3552"/>
                  </a:lnTo>
                  <a:lnTo>
                    <a:pt x="36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39" name="Google Shape;239;p13"/>
            <p:cNvSpPr/>
            <p:nvPr/>
          </p:nvSpPr>
          <p:spPr>
            <a:xfrm>
              <a:off x="6240250" y="2580050"/>
              <a:ext cx="92975" cy="88825"/>
            </a:xfrm>
            <a:custGeom>
              <a:rect b="b" l="l" r="r" t="t"/>
              <a:pathLst>
                <a:path extrusionOk="0" h="3553" w="3719">
                  <a:moveTo>
                    <a:pt x="0" y="1"/>
                  </a:moveTo>
                  <a:lnTo>
                    <a:pt x="0" y="3552"/>
                  </a:lnTo>
                  <a:lnTo>
                    <a:pt x="3718" y="3552"/>
                  </a:lnTo>
                  <a:lnTo>
                    <a:pt x="37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40" name="Google Shape;240;p13"/>
            <p:cNvSpPr/>
            <p:nvPr/>
          </p:nvSpPr>
          <p:spPr>
            <a:xfrm>
              <a:off x="3381375" y="2018275"/>
              <a:ext cx="91575" cy="90200"/>
            </a:xfrm>
            <a:custGeom>
              <a:rect b="b" l="l" r="r" t="t"/>
              <a:pathLst>
                <a:path extrusionOk="0" h="3608" w="3663">
                  <a:moveTo>
                    <a:pt x="0" y="1"/>
                  </a:moveTo>
                  <a:lnTo>
                    <a:pt x="0" y="3607"/>
                  </a:lnTo>
                  <a:lnTo>
                    <a:pt x="3662" y="3607"/>
                  </a:lnTo>
                  <a:lnTo>
                    <a:pt x="36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41" name="Google Shape;241;p13"/>
            <p:cNvSpPr/>
            <p:nvPr/>
          </p:nvSpPr>
          <p:spPr>
            <a:xfrm>
              <a:off x="1191075" y="993175"/>
              <a:ext cx="91575" cy="90200"/>
            </a:xfrm>
            <a:custGeom>
              <a:rect b="b" l="l" r="r" t="t"/>
              <a:pathLst>
                <a:path extrusionOk="0" h="3608" w="3663">
                  <a:moveTo>
                    <a:pt x="0" y="1"/>
                  </a:moveTo>
                  <a:lnTo>
                    <a:pt x="0" y="3608"/>
                  </a:lnTo>
                  <a:lnTo>
                    <a:pt x="3663" y="3608"/>
                  </a:lnTo>
                  <a:lnTo>
                    <a:pt x="36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42" name="Google Shape;242;p13"/>
            <p:cNvSpPr/>
            <p:nvPr/>
          </p:nvSpPr>
          <p:spPr>
            <a:xfrm>
              <a:off x="3572775" y="2019650"/>
              <a:ext cx="91600" cy="88825"/>
            </a:xfrm>
            <a:custGeom>
              <a:rect b="b" l="l" r="r" t="t"/>
              <a:pathLst>
                <a:path extrusionOk="0" h="3553" w="3664">
                  <a:moveTo>
                    <a:pt x="1" y="1"/>
                  </a:moveTo>
                  <a:lnTo>
                    <a:pt x="1" y="3552"/>
                  </a:lnTo>
                  <a:lnTo>
                    <a:pt x="3663" y="3552"/>
                  </a:lnTo>
                  <a:lnTo>
                    <a:pt x="36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43" name="Google Shape;243;p13"/>
            <p:cNvSpPr/>
            <p:nvPr/>
          </p:nvSpPr>
          <p:spPr>
            <a:xfrm>
              <a:off x="6908850" y="3976900"/>
              <a:ext cx="88800" cy="92950"/>
            </a:xfrm>
            <a:custGeom>
              <a:rect b="b" l="l" r="r" t="t"/>
              <a:pathLst>
                <a:path extrusionOk="0" h="3718" w="3552">
                  <a:moveTo>
                    <a:pt x="833" y="1"/>
                  </a:moveTo>
                  <a:lnTo>
                    <a:pt x="0" y="56"/>
                  </a:lnTo>
                  <a:lnTo>
                    <a:pt x="0" y="3718"/>
                  </a:lnTo>
                  <a:lnTo>
                    <a:pt x="3552" y="3718"/>
                  </a:lnTo>
                  <a:lnTo>
                    <a:pt x="3552" y="56"/>
                  </a:lnTo>
                  <a:lnTo>
                    <a:pt x="17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44" name="Google Shape;244;p13"/>
            <p:cNvSpPr/>
            <p:nvPr/>
          </p:nvSpPr>
          <p:spPr>
            <a:xfrm>
              <a:off x="4811500" y="1086125"/>
              <a:ext cx="91575" cy="90200"/>
            </a:xfrm>
            <a:custGeom>
              <a:rect b="b" l="l" r="r" t="t"/>
              <a:pathLst>
                <a:path extrusionOk="0" h="3608" w="3663">
                  <a:moveTo>
                    <a:pt x="0" y="1"/>
                  </a:moveTo>
                  <a:lnTo>
                    <a:pt x="0" y="3607"/>
                  </a:lnTo>
                  <a:lnTo>
                    <a:pt x="3663" y="3607"/>
                  </a:lnTo>
                  <a:lnTo>
                    <a:pt x="36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45" name="Google Shape;245;p13"/>
            <p:cNvSpPr/>
            <p:nvPr/>
          </p:nvSpPr>
          <p:spPr>
            <a:xfrm>
              <a:off x="5668750" y="3512200"/>
              <a:ext cx="90200" cy="90200"/>
            </a:xfrm>
            <a:custGeom>
              <a:rect b="b" l="l" r="r" t="t"/>
              <a:pathLst>
                <a:path extrusionOk="0" h="3608" w="3608">
                  <a:moveTo>
                    <a:pt x="0" y="1"/>
                  </a:moveTo>
                  <a:lnTo>
                    <a:pt x="0" y="3608"/>
                  </a:lnTo>
                  <a:lnTo>
                    <a:pt x="3607" y="3608"/>
                  </a:lnTo>
                  <a:lnTo>
                    <a:pt x="36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46" name="Google Shape;246;p13"/>
            <p:cNvSpPr/>
            <p:nvPr/>
          </p:nvSpPr>
          <p:spPr>
            <a:xfrm>
              <a:off x="5761700" y="3605150"/>
              <a:ext cx="92950" cy="88800"/>
            </a:xfrm>
            <a:custGeom>
              <a:rect b="b" l="l" r="r" t="t"/>
              <a:pathLst>
                <a:path extrusionOk="0" h="3552" w="3718">
                  <a:moveTo>
                    <a:pt x="56" y="0"/>
                  </a:moveTo>
                  <a:lnTo>
                    <a:pt x="0" y="1776"/>
                  </a:lnTo>
                  <a:lnTo>
                    <a:pt x="56" y="3552"/>
                  </a:lnTo>
                  <a:lnTo>
                    <a:pt x="3718" y="3552"/>
                  </a:lnTo>
                  <a:lnTo>
                    <a:pt x="37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47" name="Google Shape;247;p13"/>
            <p:cNvSpPr/>
            <p:nvPr/>
          </p:nvSpPr>
          <p:spPr>
            <a:xfrm>
              <a:off x="4717175" y="805925"/>
              <a:ext cx="90200" cy="91575"/>
            </a:xfrm>
            <a:custGeom>
              <a:rect b="b" l="l" r="r" t="t"/>
              <a:pathLst>
                <a:path extrusionOk="0" h="3663" w="3608">
                  <a:moveTo>
                    <a:pt x="0" y="1"/>
                  </a:moveTo>
                  <a:lnTo>
                    <a:pt x="0" y="3663"/>
                  </a:lnTo>
                  <a:lnTo>
                    <a:pt x="3607" y="3663"/>
                  </a:lnTo>
                  <a:lnTo>
                    <a:pt x="36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48" name="Google Shape;248;p13"/>
            <p:cNvSpPr/>
            <p:nvPr/>
          </p:nvSpPr>
          <p:spPr>
            <a:xfrm>
              <a:off x="4715775" y="1180450"/>
              <a:ext cx="90200" cy="88800"/>
            </a:xfrm>
            <a:custGeom>
              <a:rect b="b" l="l" r="r" t="t"/>
              <a:pathLst>
                <a:path extrusionOk="0" h="3552" w="3608">
                  <a:moveTo>
                    <a:pt x="1" y="0"/>
                  </a:moveTo>
                  <a:lnTo>
                    <a:pt x="1" y="3552"/>
                  </a:lnTo>
                  <a:lnTo>
                    <a:pt x="3608" y="3552"/>
                  </a:lnTo>
                  <a:lnTo>
                    <a:pt x="360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49" name="Google Shape;249;p13"/>
            <p:cNvSpPr/>
            <p:nvPr/>
          </p:nvSpPr>
          <p:spPr>
            <a:xfrm>
              <a:off x="4618700" y="1273375"/>
              <a:ext cx="94350" cy="90200"/>
            </a:xfrm>
            <a:custGeom>
              <a:rect b="b" l="l" r="r" t="t"/>
              <a:pathLst>
                <a:path extrusionOk="0" h="3608" w="3774">
                  <a:moveTo>
                    <a:pt x="0" y="1"/>
                  </a:moveTo>
                  <a:lnTo>
                    <a:pt x="0" y="3608"/>
                  </a:lnTo>
                  <a:lnTo>
                    <a:pt x="3773" y="3608"/>
                  </a:lnTo>
                  <a:lnTo>
                    <a:pt x="37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50" name="Google Shape;250;p13"/>
            <p:cNvSpPr/>
            <p:nvPr/>
          </p:nvSpPr>
          <p:spPr>
            <a:xfrm>
              <a:off x="238125" y="713000"/>
              <a:ext cx="3140500" cy="2329000"/>
            </a:xfrm>
            <a:custGeom>
              <a:rect b="b" l="l" r="r" t="t"/>
              <a:pathLst>
                <a:path extrusionOk="0" h="93160" w="125620">
                  <a:moveTo>
                    <a:pt x="64696" y="18643"/>
                  </a:moveTo>
                  <a:lnTo>
                    <a:pt x="64696" y="22305"/>
                  </a:lnTo>
                  <a:lnTo>
                    <a:pt x="60923" y="22305"/>
                  </a:lnTo>
                  <a:lnTo>
                    <a:pt x="60923" y="18643"/>
                  </a:lnTo>
                  <a:close/>
                  <a:moveTo>
                    <a:pt x="64696" y="26133"/>
                  </a:moveTo>
                  <a:lnTo>
                    <a:pt x="64696" y="29796"/>
                  </a:lnTo>
                  <a:lnTo>
                    <a:pt x="60923" y="29796"/>
                  </a:lnTo>
                  <a:lnTo>
                    <a:pt x="60923" y="26133"/>
                  </a:lnTo>
                  <a:close/>
                  <a:moveTo>
                    <a:pt x="68525" y="0"/>
                  </a:moveTo>
                  <a:lnTo>
                    <a:pt x="68525" y="3718"/>
                  </a:lnTo>
                  <a:lnTo>
                    <a:pt x="57150" y="3718"/>
                  </a:lnTo>
                  <a:lnTo>
                    <a:pt x="57150" y="11097"/>
                  </a:lnTo>
                  <a:lnTo>
                    <a:pt x="64696" y="11097"/>
                  </a:lnTo>
                  <a:lnTo>
                    <a:pt x="64696" y="14926"/>
                  </a:lnTo>
                  <a:lnTo>
                    <a:pt x="53377" y="14926"/>
                  </a:lnTo>
                  <a:lnTo>
                    <a:pt x="53377" y="26078"/>
                  </a:lnTo>
                  <a:lnTo>
                    <a:pt x="57095" y="26078"/>
                  </a:lnTo>
                  <a:lnTo>
                    <a:pt x="57095" y="29796"/>
                  </a:lnTo>
                  <a:lnTo>
                    <a:pt x="53211" y="29796"/>
                  </a:lnTo>
                  <a:lnTo>
                    <a:pt x="53211" y="26078"/>
                  </a:lnTo>
                  <a:lnTo>
                    <a:pt x="49438" y="26078"/>
                  </a:lnTo>
                  <a:lnTo>
                    <a:pt x="49438" y="22416"/>
                  </a:lnTo>
                  <a:lnTo>
                    <a:pt x="41836" y="22416"/>
                  </a:lnTo>
                  <a:lnTo>
                    <a:pt x="41836" y="29740"/>
                  </a:lnTo>
                  <a:lnTo>
                    <a:pt x="38063" y="29740"/>
                  </a:lnTo>
                  <a:lnTo>
                    <a:pt x="38063" y="22250"/>
                  </a:lnTo>
                  <a:lnTo>
                    <a:pt x="41781" y="22250"/>
                  </a:lnTo>
                  <a:lnTo>
                    <a:pt x="41781" y="18698"/>
                  </a:lnTo>
                  <a:lnTo>
                    <a:pt x="34179" y="18698"/>
                  </a:lnTo>
                  <a:lnTo>
                    <a:pt x="34179" y="26133"/>
                  </a:lnTo>
                  <a:lnTo>
                    <a:pt x="26578" y="26133"/>
                  </a:lnTo>
                  <a:lnTo>
                    <a:pt x="26578" y="29796"/>
                  </a:lnTo>
                  <a:lnTo>
                    <a:pt x="22749" y="29796"/>
                  </a:lnTo>
                  <a:lnTo>
                    <a:pt x="22749" y="26133"/>
                  </a:lnTo>
                  <a:lnTo>
                    <a:pt x="3773" y="26133"/>
                  </a:lnTo>
                  <a:lnTo>
                    <a:pt x="3773" y="33569"/>
                  </a:lnTo>
                  <a:lnTo>
                    <a:pt x="0" y="33569"/>
                  </a:lnTo>
                  <a:lnTo>
                    <a:pt x="0" y="44776"/>
                  </a:lnTo>
                  <a:lnTo>
                    <a:pt x="7602" y="44776"/>
                  </a:lnTo>
                  <a:lnTo>
                    <a:pt x="7602" y="48383"/>
                  </a:lnTo>
                  <a:lnTo>
                    <a:pt x="11319" y="48383"/>
                  </a:lnTo>
                  <a:lnTo>
                    <a:pt x="11319" y="44721"/>
                  </a:lnTo>
                  <a:lnTo>
                    <a:pt x="15148" y="44721"/>
                  </a:lnTo>
                  <a:lnTo>
                    <a:pt x="15148" y="41004"/>
                  </a:lnTo>
                  <a:lnTo>
                    <a:pt x="19032" y="41004"/>
                  </a:lnTo>
                  <a:lnTo>
                    <a:pt x="19032" y="44721"/>
                  </a:lnTo>
                  <a:lnTo>
                    <a:pt x="26633" y="44721"/>
                  </a:lnTo>
                  <a:lnTo>
                    <a:pt x="26633" y="52212"/>
                  </a:lnTo>
                  <a:lnTo>
                    <a:pt x="30462" y="52212"/>
                  </a:lnTo>
                  <a:lnTo>
                    <a:pt x="30462" y="55929"/>
                  </a:lnTo>
                  <a:lnTo>
                    <a:pt x="34235" y="55929"/>
                  </a:lnTo>
                  <a:lnTo>
                    <a:pt x="34235" y="60978"/>
                  </a:lnTo>
                  <a:lnTo>
                    <a:pt x="34235" y="65861"/>
                  </a:lnTo>
                  <a:lnTo>
                    <a:pt x="34235" y="68358"/>
                  </a:lnTo>
                  <a:lnTo>
                    <a:pt x="34235" y="70855"/>
                  </a:lnTo>
                  <a:lnTo>
                    <a:pt x="38008" y="70855"/>
                  </a:lnTo>
                  <a:lnTo>
                    <a:pt x="38008" y="74627"/>
                  </a:lnTo>
                  <a:lnTo>
                    <a:pt x="38063" y="78290"/>
                  </a:lnTo>
                  <a:lnTo>
                    <a:pt x="41892" y="78290"/>
                  </a:lnTo>
                  <a:lnTo>
                    <a:pt x="41892" y="85780"/>
                  </a:lnTo>
                  <a:lnTo>
                    <a:pt x="49548" y="85780"/>
                  </a:lnTo>
                  <a:lnTo>
                    <a:pt x="49548" y="93160"/>
                  </a:lnTo>
                  <a:lnTo>
                    <a:pt x="57095" y="93160"/>
                  </a:lnTo>
                  <a:lnTo>
                    <a:pt x="57095" y="82007"/>
                  </a:lnTo>
                  <a:lnTo>
                    <a:pt x="58759" y="82007"/>
                  </a:lnTo>
                  <a:lnTo>
                    <a:pt x="68525" y="82118"/>
                  </a:lnTo>
                  <a:lnTo>
                    <a:pt x="68525" y="78290"/>
                  </a:lnTo>
                  <a:lnTo>
                    <a:pt x="72353" y="78290"/>
                  </a:lnTo>
                  <a:lnTo>
                    <a:pt x="72353" y="74517"/>
                  </a:lnTo>
                  <a:lnTo>
                    <a:pt x="76182" y="74517"/>
                  </a:lnTo>
                  <a:lnTo>
                    <a:pt x="76182" y="67082"/>
                  </a:lnTo>
                  <a:lnTo>
                    <a:pt x="79955" y="67082"/>
                  </a:lnTo>
                  <a:lnTo>
                    <a:pt x="79955" y="63364"/>
                  </a:lnTo>
                  <a:lnTo>
                    <a:pt x="83672" y="63364"/>
                  </a:lnTo>
                  <a:lnTo>
                    <a:pt x="83672" y="59647"/>
                  </a:lnTo>
                  <a:lnTo>
                    <a:pt x="79955" y="59647"/>
                  </a:lnTo>
                  <a:lnTo>
                    <a:pt x="79955" y="55929"/>
                  </a:lnTo>
                  <a:lnTo>
                    <a:pt x="87612" y="55929"/>
                  </a:lnTo>
                  <a:lnTo>
                    <a:pt x="87612" y="59591"/>
                  </a:lnTo>
                  <a:lnTo>
                    <a:pt x="91274" y="59591"/>
                  </a:lnTo>
                  <a:lnTo>
                    <a:pt x="91274" y="52212"/>
                  </a:lnTo>
                  <a:lnTo>
                    <a:pt x="87501" y="52212"/>
                  </a:lnTo>
                  <a:lnTo>
                    <a:pt x="87501" y="44776"/>
                  </a:lnTo>
                  <a:lnTo>
                    <a:pt x="79899" y="44776"/>
                  </a:lnTo>
                  <a:lnTo>
                    <a:pt x="79899" y="41059"/>
                  </a:lnTo>
                  <a:lnTo>
                    <a:pt x="72298" y="41059"/>
                  </a:lnTo>
                  <a:lnTo>
                    <a:pt x="72298" y="55929"/>
                  </a:lnTo>
                  <a:lnTo>
                    <a:pt x="68525" y="55929"/>
                  </a:lnTo>
                  <a:lnTo>
                    <a:pt x="68525" y="48494"/>
                  </a:lnTo>
                  <a:lnTo>
                    <a:pt x="60812" y="48494"/>
                  </a:lnTo>
                  <a:lnTo>
                    <a:pt x="60812" y="44721"/>
                  </a:lnTo>
                  <a:lnTo>
                    <a:pt x="57095" y="44721"/>
                  </a:lnTo>
                  <a:lnTo>
                    <a:pt x="57095" y="40948"/>
                  </a:lnTo>
                  <a:lnTo>
                    <a:pt x="60868" y="40948"/>
                  </a:lnTo>
                  <a:lnTo>
                    <a:pt x="60868" y="37231"/>
                  </a:lnTo>
                  <a:lnTo>
                    <a:pt x="68525" y="37231"/>
                  </a:lnTo>
                  <a:lnTo>
                    <a:pt x="68525" y="26133"/>
                  </a:lnTo>
                  <a:lnTo>
                    <a:pt x="72353" y="26133"/>
                  </a:lnTo>
                  <a:lnTo>
                    <a:pt x="72353" y="37231"/>
                  </a:lnTo>
                  <a:lnTo>
                    <a:pt x="79955" y="37231"/>
                  </a:lnTo>
                  <a:lnTo>
                    <a:pt x="79955" y="40893"/>
                  </a:lnTo>
                  <a:lnTo>
                    <a:pt x="83672" y="40893"/>
                  </a:lnTo>
                  <a:lnTo>
                    <a:pt x="83672" y="29796"/>
                  </a:lnTo>
                  <a:lnTo>
                    <a:pt x="79899" y="29796"/>
                  </a:lnTo>
                  <a:lnTo>
                    <a:pt x="79899" y="26078"/>
                  </a:lnTo>
                  <a:lnTo>
                    <a:pt x="76126" y="26078"/>
                  </a:lnTo>
                  <a:lnTo>
                    <a:pt x="76126" y="22361"/>
                  </a:lnTo>
                  <a:lnTo>
                    <a:pt x="72408" y="22361"/>
                  </a:lnTo>
                  <a:lnTo>
                    <a:pt x="72408" y="11097"/>
                  </a:lnTo>
                  <a:lnTo>
                    <a:pt x="76182" y="11097"/>
                  </a:lnTo>
                  <a:lnTo>
                    <a:pt x="76182" y="7490"/>
                  </a:lnTo>
                  <a:lnTo>
                    <a:pt x="83728" y="7490"/>
                  </a:lnTo>
                  <a:lnTo>
                    <a:pt x="83728" y="11153"/>
                  </a:lnTo>
                  <a:lnTo>
                    <a:pt x="79955" y="11153"/>
                  </a:lnTo>
                  <a:lnTo>
                    <a:pt x="79955" y="13039"/>
                  </a:lnTo>
                  <a:lnTo>
                    <a:pt x="80010" y="14870"/>
                  </a:lnTo>
                  <a:lnTo>
                    <a:pt x="87612" y="14870"/>
                  </a:lnTo>
                  <a:lnTo>
                    <a:pt x="87612" y="18588"/>
                  </a:lnTo>
                  <a:lnTo>
                    <a:pt x="91440" y="18588"/>
                  </a:lnTo>
                  <a:lnTo>
                    <a:pt x="91440" y="37231"/>
                  </a:lnTo>
                  <a:lnTo>
                    <a:pt x="95268" y="37231"/>
                  </a:lnTo>
                  <a:lnTo>
                    <a:pt x="95268" y="40948"/>
                  </a:lnTo>
                  <a:lnTo>
                    <a:pt x="102815" y="40948"/>
                  </a:lnTo>
                  <a:lnTo>
                    <a:pt x="102815" y="33513"/>
                  </a:lnTo>
                  <a:lnTo>
                    <a:pt x="106643" y="33513"/>
                  </a:lnTo>
                  <a:lnTo>
                    <a:pt x="106643" y="29740"/>
                  </a:lnTo>
                  <a:lnTo>
                    <a:pt x="114245" y="29740"/>
                  </a:lnTo>
                  <a:lnTo>
                    <a:pt x="114245" y="26023"/>
                  </a:lnTo>
                  <a:lnTo>
                    <a:pt x="118073" y="26023"/>
                  </a:lnTo>
                  <a:lnTo>
                    <a:pt x="118073" y="18532"/>
                  </a:lnTo>
                  <a:lnTo>
                    <a:pt x="121902" y="18532"/>
                  </a:lnTo>
                  <a:lnTo>
                    <a:pt x="121902" y="7380"/>
                  </a:lnTo>
                  <a:lnTo>
                    <a:pt x="125619" y="7380"/>
                  </a:lnTo>
                  <a:lnTo>
                    <a:pt x="125619" y="3718"/>
                  </a:lnTo>
                  <a:lnTo>
                    <a:pt x="118018" y="3718"/>
                  </a:lnTo>
                  <a:lnTo>
                    <a:pt x="118018" y="55"/>
                  </a:lnTo>
                  <a:lnTo>
                    <a:pt x="95213" y="55"/>
                  </a:lnTo>
                  <a:lnTo>
                    <a:pt x="95213" y="3662"/>
                  </a:lnTo>
                  <a:lnTo>
                    <a:pt x="83728" y="3662"/>
                  </a:lnTo>
                  <a:lnTo>
                    <a:pt x="83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51" name="Google Shape;251;p13"/>
            <p:cNvSpPr/>
            <p:nvPr/>
          </p:nvSpPr>
          <p:spPr>
            <a:xfrm>
              <a:off x="1951225" y="2765925"/>
              <a:ext cx="25" cy="25"/>
            </a:xfrm>
            <a:custGeom>
              <a:rect b="b" l="l" r="r" t="t"/>
              <a:pathLst>
                <a:path extrusionOk="0" h="1" w="1">
                  <a:moveTo>
                    <a:pt x="1" y="1"/>
                  </a:moveTo>
                  <a:lnTo>
                    <a:pt x="1" y="1"/>
                  </a:lnTo>
                  <a:lnTo>
                    <a:pt x="1" y="1"/>
                  </a:lnTo>
                  <a:lnTo>
                    <a:pt x="1" y="1"/>
                  </a:lnTo>
                  <a:lnTo>
                    <a:pt x="1" y="1"/>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52" name="Google Shape;252;p13"/>
            <p:cNvSpPr/>
            <p:nvPr/>
          </p:nvSpPr>
          <p:spPr>
            <a:xfrm>
              <a:off x="3285650" y="993175"/>
              <a:ext cx="4096225" cy="3448450"/>
            </a:xfrm>
            <a:custGeom>
              <a:rect b="b" l="l" r="r" t="t"/>
              <a:pathLst>
                <a:path extrusionOk="0" h="137938" w="163849">
                  <a:moveTo>
                    <a:pt x="102815" y="7436"/>
                  </a:moveTo>
                  <a:lnTo>
                    <a:pt x="102815" y="11098"/>
                  </a:lnTo>
                  <a:lnTo>
                    <a:pt x="99042" y="11098"/>
                  </a:lnTo>
                  <a:lnTo>
                    <a:pt x="99042" y="7436"/>
                  </a:lnTo>
                  <a:close/>
                  <a:moveTo>
                    <a:pt x="45610" y="22306"/>
                  </a:moveTo>
                  <a:lnTo>
                    <a:pt x="45610" y="26024"/>
                  </a:lnTo>
                  <a:lnTo>
                    <a:pt x="41948" y="26024"/>
                  </a:lnTo>
                  <a:lnTo>
                    <a:pt x="41948" y="22306"/>
                  </a:lnTo>
                  <a:close/>
                  <a:moveTo>
                    <a:pt x="45665" y="52212"/>
                  </a:moveTo>
                  <a:lnTo>
                    <a:pt x="45665" y="55875"/>
                  </a:lnTo>
                  <a:lnTo>
                    <a:pt x="38119" y="55875"/>
                  </a:lnTo>
                  <a:lnTo>
                    <a:pt x="38119" y="52212"/>
                  </a:lnTo>
                  <a:close/>
                  <a:moveTo>
                    <a:pt x="56929" y="55930"/>
                  </a:moveTo>
                  <a:lnTo>
                    <a:pt x="56929" y="63365"/>
                  </a:lnTo>
                  <a:lnTo>
                    <a:pt x="53322" y="63365"/>
                  </a:lnTo>
                  <a:lnTo>
                    <a:pt x="53322" y="55930"/>
                  </a:lnTo>
                  <a:close/>
                  <a:moveTo>
                    <a:pt x="26634" y="52212"/>
                  </a:moveTo>
                  <a:lnTo>
                    <a:pt x="26634" y="55930"/>
                  </a:lnTo>
                  <a:lnTo>
                    <a:pt x="22916" y="55930"/>
                  </a:lnTo>
                  <a:lnTo>
                    <a:pt x="22916" y="63310"/>
                  </a:lnTo>
                  <a:lnTo>
                    <a:pt x="26634" y="63310"/>
                  </a:lnTo>
                  <a:lnTo>
                    <a:pt x="26634" y="59703"/>
                  </a:lnTo>
                  <a:lnTo>
                    <a:pt x="34291" y="59703"/>
                  </a:lnTo>
                  <a:lnTo>
                    <a:pt x="34291" y="63365"/>
                  </a:lnTo>
                  <a:lnTo>
                    <a:pt x="41837" y="63365"/>
                  </a:lnTo>
                  <a:lnTo>
                    <a:pt x="41837" y="67083"/>
                  </a:lnTo>
                  <a:lnTo>
                    <a:pt x="30518" y="67083"/>
                  </a:lnTo>
                  <a:lnTo>
                    <a:pt x="30518" y="70800"/>
                  </a:lnTo>
                  <a:lnTo>
                    <a:pt x="26634" y="70800"/>
                  </a:lnTo>
                  <a:lnTo>
                    <a:pt x="26634" y="67138"/>
                  </a:lnTo>
                  <a:lnTo>
                    <a:pt x="22861" y="67138"/>
                  </a:lnTo>
                  <a:lnTo>
                    <a:pt x="22861" y="63420"/>
                  </a:lnTo>
                  <a:lnTo>
                    <a:pt x="11431" y="63420"/>
                  </a:lnTo>
                  <a:lnTo>
                    <a:pt x="11431" y="59648"/>
                  </a:lnTo>
                  <a:lnTo>
                    <a:pt x="15204" y="59648"/>
                  </a:lnTo>
                  <a:lnTo>
                    <a:pt x="15204" y="55875"/>
                  </a:lnTo>
                  <a:lnTo>
                    <a:pt x="22805" y="55875"/>
                  </a:lnTo>
                  <a:lnTo>
                    <a:pt x="22805" y="52212"/>
                  </a:lnTo>
                  <a:close/>
                  <a:moveTo>
                    <a:pt x="56929" y="70856"/>
                  </a:moveTo>
                  <a:lnTo>
                    <a:pt x="56929" y="74573"/>
                  </a:lnTo>
                  <a:lnTo>
                    <a:pt x="57095" y="74573"/>
                  </a:lnTo>
                  <a:lnTo>
                    <a:pt x="55264" y="74628"/>
                  </a:lnTo>
                  <a:lnTo>
                    <a:pt x="53322" y="74628"/>
                  </a:lnTo>
                  <a:lnTo>
                    <a:pt x="53322" y="70856"/>
                  </a:lnTo>
                  <a:close/>
                  <a:moveTo>
                    <a:pt x="45665" y="74573"/>
                  </a:moveTo>
                  <a:lnTo>
                    <a:pt x="45665" y="82063"/>
                  </a:lnTo>
                  <a:lnTo>
                    <a:pt x="41948" y="82063"/>
                  </a:lnTo>
                  <a:lnTo>
                    <a:pt x="41948" y="74573"/>
                  </a:lnTo>
                  <a:close/>
                  <a:moveTo>
                    <a:pt x="95269" y="1"/>
                  </a:moveTo>
                  <a:lnTo>
                    <a:pt x="95269" y="3663"/>
                  </a:lnTo>
                  <a:lnTo>
                    <a:pt x="83839" y="3663"/>
                  </a:lnTo>
                  <a:lnTo>
                    <a:pt x="83839" y="7436"/>
                  </a:lnTo>
                  <a:lnTo>
                    <a:pt x="76182" y="7436"/>
                  </a:lnTo>
                  <a:lnTo>
                    <a:pt x="76182" y="11209"/>
                  </a:lnTo>
                  <a:lnTo>
                    <a:pt x="68581" y="11209"/>
                  </a:lnTo>
                  <a:lnTo>
                    <a:pt x="68581" y="18589"/>
                  </a:lnTo>
                  <a:lnTo>
                    <a:pt x="64697" y="18589"/>
                  </a:lnTo>
                  <a:lnTo>
                    <a:pt x="64697" y="14926"/>
                  </a:lnTo>
                  <a:lnTo>
                    <a:pt x="60924" y="14926"/>
                  </a:lnTo>
                  <a:lnTo>
                    <a:pt x="60924" y="18644"/>
                  </a:lnTo>
                  <a:lnTo>
                    <a:pt x="53322" y="18644"/>
                  </a:lnTo>
                  <a:lnTo>
                    <a:pt x="53322" y="22362"/>
                  </a:lnTo>
                  <a:lnTo>
                    <a:pt x="49549" y="22362"/>
                  </a:lnTo>
                  <a:lnTo>
                    <a:pt x="45665" y="22306"/>
                  </a:lnTo>
                  <a:lnTo>
                    <a:pt x="45665" y="18589"/>
                  </a:lnTo>
                  <a:lnTo>
                    <a:pt x="41837" y="18589"/>
                  </a:lnTo>
                  <a:lnTo>
                    <a:pt x="41837" y="14926"/>
                  </a:lnTo>
                  <a:lnTo>
                    <a:pt x="26689" y="14926"/>
                  </a:lnTo>
                  <a:lnTo>
                    <a:pt x="26689" y="18589"/>
                  </a:lnTo>
                  <a:lnTo>
                    <a:pt x="22861" y="18589"/>
                  </a:lnTo>
                  <a:lnTo>
                    <a:pt x="22861" y="26134"/>
                  </a:lnTo>
                  <a:lnTo>
                    <a:pt x="19143" y="26134"/>
                  </a:lnTo>
                  <a:lnTo>
                    <a:pt x="19143" y="33569"/>
                  </a:lnTo>
                  <a:lnTo>
                    <a:pt x="22916" y="33569"/>
                  </a:lnTo>
                  <a:lnTo>
                    <a:pt x="22916" y="37176"/>
                  </a:lnTo>
                  <a:lnTo>
                    <a:pt x="26634" y="37176"/>
                  </a:lnTo>
                  <a:lnTo>
                    <a:pt x="26634" y="26024"/>
                  </a:lnTo>
                  <a:lnTo>
                    <a:pt x="30462" y="26024"/>
                  </a:lnTo>
                  <a:lnTo>
                    <a:pt x="30462" y="22362"/>
                  </a:lnTo>
                  <a:lnTo>
                    <a:pt x="34235" y="22362"/>
                  </a:lnTo>
                  <a:lnTo>
                    <a:pt x="34235" y="26134"/>
                  </a:lnTo>
                  <a:lnTo>
                    <a:pt x="30518" y="26134"/>
                  </a:lnTo>
                  <a:lnTo>
                    <a:pt x="30518" y="33514"/>
                  </a:lnTo>
                  <a:lnTo>
                    <a:pt x="34235" y="33514"/>
                  </a:lnTo>
                  <a:lnTo>
                    <a:pt x="34235" y="37342"/>
                  </a:lnTo>
                  <a:lnTo>
                    <a:pt x="30462" y="37342"/>
                  </a:lnTo>
                  <a:lnTo>
                    <a:pt x="30462" y="40949"/>
                  </a:lnTo>
                  <a:lnTo>
                    <a:pt x="22805" y="40949"/>
                  </a:lnTo>
                  <a:lnTo>
                    <a:pt x="22805" y="37342"/>
                  </a:lnTo>
                  <a:lnTo>
                    <a:pt x="19032" y="37342"/>
                  </a:lnTo>
                  <a:lnTo>
                    <a:pt x="19032" y="44777"/>
                  </a:lnTo>
                  <a:lnTo>
                    <a:pt x="15259" y="44777"/>
                  </a:lnTo>
                  <a:lnTo>
                    <a:pt x="15259" y="48495"/>
                  </a:lnTo>
                  <a:lnTo>
                    <a:pt x="11375" y="48495"/>
                  </a:lnTo>
                  <a:lnTo>
                    <a:pt x="11375" y="55985"/>
                  </a:lnTo>
                  <a:lnTo>
                    <a:pt x="7602" y="55985"/>
                  </a:lnTo>
                  <a:lnTo>
                    <a:pt x="7602" y="67138"/>
                  </a:lnTo>
                  <a:lnTo>
                    <a:pt x="3774" y="67138"/>
                  </a:lnTo>
                  <a:lnTo>
                    <a:pt x="3774" y="74573"/>
                  </a:lnTo>
                  <a:lnTo>
                    <a:pt x="1887" y="74573"/>
                  </a:lnTo>
                  <a:lnTo>
                    <a:pt x="1" y="74628"/>
                  </a:lnTo>
                  <a:lnTo>
                    <a:pt x="1" y="89443"/>
                  </a:lnTo>
                  <a:lnTo>
                    <a:pt x="3829" y="89443"/>
                  </a:lnTo>
                  <a:lnTo>
                    <a:pt x="3829" y="93216"/>
                  </a:lnTo>
                  <a:lnTo>
                    <a:pt x="19143" y="93216"/>
                  </a:lnTo>
                  <a:lnTo>
                    <a:pt x="19143" y="104424"/>
                  </a:lnTo>
                  <a:lnTo>
                    <a:pt x="22916" y="104424"/>
                  </a:lnTo>
                  <a:lnTo>
                    <a:pt x="22916" y="126840"/>
                  </a:lnTo>
                  <a:lnTo>
                    <a:pt x="26689" y="126840"/>
                  </a:lnTo>
                  <a:lnTo>
                    <a:pt x="26689" y="137937"/>
                  </a:lnTo>
                  <a:lnTo>
                    <a:pt x="30462" y="137937"/>
                  </a:lnTo>
                  <a:lnTo>
                    <a:pt x="30462" y="134275"/>
                  </a:lnTo>
                  <a:lnTo>
                    <a:pt x="38064" y="134275"/>
                  </a:lnTo>
                  <a:lnTo>
                    <a:pt x="38064" y="126729"/>
                  </a:lnTo>
                  <a:lnTo>
                    <a:pt x="41948" y="126729"/>
                  </a:lnTo>
                  <a:lnTo>
                    <a:pt x="41948" y="119294"/>
                  </a:lnTo>
                  <a:lnTo>
                    <a:pt x="45721" y="119294"/>
                  </a:lnTo>
                  <a:lnTo>
                    <a:pt x="45721" y="100651"/>
                  </a:lnTo>
                  <a:lnTo>
                    <a:pt x="49494" y="100651"/>
                  </a:lnTo>
                  <a:lnTo>
                    <a:pt x="49494" y="96934"/>
                  </a:lnTo>
                  <a:lnTo>
                    <a:pt x="53211" y="96934"/>
                  </a:lnTo>
                  <a:lnTo>
                    <a:pt x="53211" y="89499"/>
                  </a:lnTo>
                  <a:lnTo>
                    <a:pt x="49549" y="89499"/>
                  </a:lnTo>
                  <a:lnTo>
                    <a:pt x="49549" y="85726"/>
                  </a:lnTo>
                  <a:lnTo>
                    <a:pt x="57095" y="85726"/>
                  </a:lnTo>
                  <a:lnTo>
                    <a:pt x="57095" y="82008"/>
                  </a:lnTo>
                  <a:lnTo>
                    <a:pt x="60924" y="82008"/>
                  </a:lnTo>
                  <a:lnTo>
                    <a:pt x="60924" y="74628"/>
                  </a:lnTo>
                  <a:lnTo>
                    <a:pt x="68636" y="74628"/>
                  </a:lnTo>
                  <a:lnTo>
                    <a:pt x="68636" y="78291"/>
                  </a:lnTo>
                  <a:lnTo>
                    <a:pt x="72409" y="78291"/>
                  </a:lnTo>
                  <a:lnTo>
                    <a:pt x="72409" y="89388"/>
                  </a:lnTo>
                  <a:lnTo>
                    <a:pt x="76182" y="89388"/>
                  </a:lnTo>
                  <a:lnTo>
                    <a:pt x="76182" y="85726"/>
                  </a:lnTo>
                  <a:lnTo>
                    <a:pt x="80011" y="85726"/>
                  </a:lnTo>
                  <a:lnTo>
                    <a:pt x="80011" y="78346"/>
                  </a:lnTo>
                  <a:lnTo>
                    <a:pt x="87668" y="78346"/>
                  </a:lnTo>
                  <a:lnTo>
                    <a:pt x="87668" y="82008"/>
                  </a:lnTo>
                  <a:lnTo>
                    <a:pt x="91441" y="82008"/>
                  </a:lnTo>
                  <a:lnTo>
                    <a:pt x="91441" y="93161"/>
                  </a:lnTo>
                  <a:lnTo>
                    <a:pt x="95269" y="93161"/>
                  </a:lnTo>
                  <a:lnTo>
                    <a:pt x="95269" y="89443"/>
                  </a:lnTo>
                  <a:lnTo>
                    <a:pt x="102760" y="89443"/>
                  </a:lnTo>
                  <a:lnTo>
                    <a:pt x="102760" y="82063"/>
                  </a:lnTo>
                  <a:lnTo>
                    <a:pt x="99042" y="82063"/>
                  </a:lnTo>
                  <a:lnTo>
                    <a:pt x="99042" y="78291"/>
                  </a:lnTo>
                  <a:lnTo>
                    <a:pt x="106644" y="78291"/>
                  </a:lnTo>
                  <a:lnTo>
                    <a:pt x="106644" y="74518"/>
                  </a:lnTo>
                  <a:lnTo>
                    <a:pt x="110472" y="74518"/>
                  </a:lnTo>
                  <a:lnTo>
                    <a:pt x="110472" y="59703"/>
                  </a:lnTo>
                  <a:lnTo>
                    <a:pt x="114356" y="59703"/>
                  </a:lnTo>
                  <a:lnTo>
                    <a:pt x="114356" y="63310"/>
                  </a:lnTo>
                  <a:lnTo>
                    <a:pt x="118129" y="63310"/>
                  </a:lnTo>
                  <a:lnTo>
                    <a:pt x="118129" y="55875"/>
                  </a:lnTo>
                  <a:lnTo>
                    <a:pt x="121958" y="55875"/>
                  </a:lnTo>
                  <a:lnTo>
                    <a:pt x="121958" y="52212"/>
                  </a:lnTo>
                  <a:lnTo>
                    <a:pt x="125731" y="52212"/>
                  </a:lnTo>
                  <a:lnTo>
                    <a:pt x="125731" y="55819"/>
                  </a:lnTo>
                  <a:lnTo>
                    <a:pt x="129504" y="55819"/>
                  </a:lnTo>
                  <a:lnTo>
                    <a:pt x="129504" y="41005"/>
                  </a:lnTo>
                  <a:lnTo>
                    <a:pt x="121958" y="41005"/>
                  </a:lnTo>
                  <a:lnTo>
                    <a:pt x="121958" y="37232"/>
                  </a:lnTo>
                  <a:lnTo>
                    <a:pt x="125731" y="37232"/>
                  </a:lnTo>
                  <a:lnTo>
                    <a:pt x="125731" y="33514"/>
                  </a:lnTo>
                  <a:lnTo>
                    <a:pt x="137161" y="33514"/>
                  </a:lnTo>
                  <a:lnTo>
                    <a:pt x="137161" y="29797"/>
                  </a:lnTo>
                  <a:lnTo>
                    <a:pt x="144818" y="29797"/>
                  </a:lnTo>
                  <a:lnTo>
                    <a:pt x="144818" y="33514"/>
                  </a:lnTo>
                  <a:lnTo>
                    <a:pt x="152364" y="33514"/>
                  </a:lnTo>
                  <a:lnTo>
                    <a:pt x="152364" y="29741"/>
                  </a:lnTo>
                  <a:lnTo>
                    <a:pt x="160021" y="29741"/>
                  </a:lnTo>
                  <a:lnTo>
                    <a:pt x="160021" y="26079"/>
                  </a:lnTo>
                  <a:lnTo>
                    <a:pt x="160021" y="25968"/>
                  </a:lnTo>
                  <a:lnTo>
                    <a:pt x="163849" y="25968"/>
                  </a:lnTo>
                  <a:lnTo>
                    <a:pt x="163849" y="18589"/>
                  </a:lnTo>
                  <a:lnTo>
                    <a:pt x="156192" y="18589"/>
                  </a:lnTo>
                  <a:lnTo>
                    <a:pt x="156192" y="14926"/>
                  </a:lnTo>
                  <a:lnTo>
                    <a:pt x="152419" y="14926"/>
                  </a:lnTo>
                  <a:lnTo>
                    <a:pt x="152419" y="18589"/>
                  </a:lnTo>
                  <a:lnTo>
                    <a:pt x="148535" y="18589"/>
                  </a:lnTo>
                  <a:lnTo>
                    <a:pt x="148535" y="14871"/>
                  </a:lnTo>
                  <a:lnTo>
                    <a:pt x="133277" y="14871"/>
                  </a:lnTo>
                  <a:lnTo>
                    <a:pt x="133277" y="11154"/>
                  </a:lnTo>
                  <a:lnTo>
                    <a:pt x="129559" y="11154"/>
                  </a:lnTo>
                  <a:lnTo>
                    <a:pt x="129559" y="7325"/>
                  </a:lnTo>
                  <a:lnTo>
                    <a:pt x="133277" y="7325"/>
                  </a:lnTo>
                  <a:lnTo>
                    <a:pt x="133277" y="3719"/>
                  </a:lnTo>
                  <a:lnTo>
                    <a:pt x="121958" y="3719"/>
                  </a:lnTo>
                  <a:lnTo>
                    <a:pt x="121958" y="7381"/>
                  </a:lnTo>
                  <a:lnTo>
                    <a:pt x="125675" y="7381"/>
                  </a:lnTo>
                  <a:lnTo>
                    <a:pt x="125675" y="11098"/>
                  </a:lnTo>
                  <a:lnTo>
                    <a:pt x="118074" y="11098"/>
                  </a:lnTo>
                  <a:lnTo>
                    <a:pt x="118074" y="7491"/>
                  </a:lnTo>
                  <a:lnTo>
                    <a:pt x="114301" y="7491"/>
                  </a:lnTo>
                  <a:lnTo>
                    <a:pt x="114301" y="11098"/>
                  </a:lnTo>
                  <a:lnTo>
                    <a:pt x="110417" y="11098"/>
                  </a:lnTo>
                  <a:lnTo>
                    <a:pt x="110417" y="7436"/>
                  </a:lnTo>
                  <a:lnTo>
                    <a:pt x="106644" y="7436"/>
                  </a:lnTo>
                  <a:lnTo>
                    <a:pt x="106644" y="3663"/>
                  </a:lnTo>
                  <a:lnTo>
                    <a:pt x="98987" y="3663"/>
                  </a:lnTo>
                  <a:lnTo>
                    <a:pt x="9898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53" name="Google Shape;253;p13"/>
            <p:cNvSpPr/>
            <p:nvPr/>
          </p:nvSpPr>
          <p:spPr>
            <a:xfrm>
              <a:off x="1286775" y="1086125"/>
              <a:ext cx="185925" cy="92950"/>
            </a:xfrm>
            <a:custGeom>
              <a:rect b="b" l="l" r="r" t="t"/>
              <a:pathLst>
                <a:path extrusionOk="0" h="3718" w="7437">
                  <a:moveTo>
                    <a:pt x="1" y="1"/>
                  </a:moveTo>
                  <a:lnTo>
                    <a:pt x="1" y="611"/>
                  </a:lnTo>
                  <a:lnTo>
                    <a:pt x="1" y="3607"/>
                  </a:lnTo>
                  <a:lnTo>
                    <a:pt x="1" y="3718"/>
                  </a:lnTo>
                  <a:lnTo>
                    <a:pt x="7436" y="3718"/>
                  </a:lnTo>
                  <a:lnTo>
                    <a:pt x="7436" y="3496"/>
                  </a:lnTo>
                  <a:lnTo>
                    <a:pt x="7436" y="611"/>
                  </a:lnTo>
                  <a:lnTo>
                    <a:pt x="74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Tree>
  </p:cSld>
  <p:clrMapOvr>
    <a:masterClrMapping/>
  </p:clrMapOvr>
  <p:extLst>
    <p:ext uri="{DCECCB84-F9BA-43D5-87BE-67443E8EF086}">
      <p15:sldGuideLst>
        <p15:guide id="1" pos="468">
          <p15:clr>
            <a:srgbClr val="E46962"/>
          </p15:clr>
        </p15:guide>
        <p15:guide id="2" pos="5601">
          <p15:clr>
            <a:srgbClr val="E46962"/>
          </p15:clr>
        </p15:guide>
        <p15:guide id="3" orient="horz" pos="468">
          <p15:clr>
            <a:srgbClr val="E46962"/>
          </p15:clr>
        </p15:guide>
        <p15:guide id="4" orient="horz" pos="3081">
          <p15:clr>
            <a:srgbClr val="E46962"/>
          </p15:clr>
        </p15:guide>
        <p15:guide id="5" pos="5292">
          <p15:clr>
            <a:srgbClr val="E46962"/>
          </p15:clr>
        </p15:guide>
        <p15:guide id="6" pos="159">
          <p15:clr>
            <a:srgbClr val="E46962"/>
          </p15:clr>
        </p15:guide>
        <p15:guide id="7" orient="horz" pos="159">
          <p15:clr>
            <a:srgbClr val="E46962"/>
          </p15:clr>
        </p15:guide>
        <p15:guide id="8" orient="horz" pos="2772">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uess The Team Member">
  <p:cSld name="BLANK_1_1_1_1_1_1_1_1_1_1_1_1_1_2">
    <p:bg>
      <p:bgPr>
        <a:solidFill>
          <a:schemeClr val="dk1"/>
        </a:solidFill>
      </p:bgPr>
    </p:bg>
    <p:spTree>
      <p:nvGrpSpPr>
        <p:cNvPr id="254" name="Shape 254"/>
        <p:cNvGrpSpPr/>
        <p:nvPr/>
      </p:nvGrpSpPr>
      <p:grpSpPr>
        <a:xfrm>
          <a:off x="0" y="0"/>
          <a:ext cx="0" cy="0"/>
          <a:chOff x="0" y="0"/>
          <a:chExt cx="0" cy="0"/>
        </a:xfrm>
      </p:grpSpPr>
      <p:grpSp>
        <p:nvGrpSpPr>
          <p:cNvPr id="255" name="Google Shape;255;p14"/>
          <p:cNvGrpSpPr/>
          <p:nvPr/>
        </p:nvGrpSpPr>
        <p:grpSpPr>
          <a:xfrm>
            <a:off x="103050" y="103050"/>
            <a:ext cx="6817325" cy="3765575"/>
            <a:chOff x="103050" y="103050"/>
            <a:chExt cx="6817325" cy="3765575"/>
          </a:xfrm>
        </p:grpSpPr>
        <p:sp>
          <p:nvSpPr>
            <p:cNvPr id="256" name="Google Shape;256;p14"/>
            <p:cNvSpPr/>
            <p:nvPr/>
          </p:nvSpPr>
          <p:spPr>
            <a:xfrm>
              <a:off x="103050" y="103050"/>
              <a:ext cx="5135700" cy="26595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57" name="Google Shape;257;p14"/>
            <p:cNvSpPr/>
            <p:nvPr/>
          </p:nvSpPr>
          <p:spPr>
            <a:xfrm>
              <a:off x="1090775" y="1490525"/>
              <a:ext cx="5829600" cy="23781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258" name="Google Shape;258;p14"/>
          <p:cNvSpPr txBox="1"/>
          <p:nvPr>
            <p:ph idx="1" type="subTitle"/>
          </p:nvPr>
        </p:nvSpPr>
        <p:spPr>
          <a:xfrm>
            <a:off x="252600" y="1199800"/>
            <a:ext cx="2881500" cy="8016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259" name="Google Shape;259;p14"/>
          <p:cNvSpPr txBox="1"/>
          <p:nvPr>
            <p:ph type="title"/>
          </p:nvPr>
        </p:nvSpPr>
        <p:spPr>
          <a:xfrm>
            <a:off x="229190" y="147681"/>
            <a:ext cx="4216200" cy="865200"/>
          </a:xfrm>
          <a:prstGeom prst="rect">
            <a:avLst/>
          </a:prstGeom>
        </p:spPr>
        <p:txBody>
          <a:bodyPr anchorCtr="0" anchor="t" bIns="0" lIns="0" spcFirstLastPara="1" rIns="0" wrap="square" tIns="0">
            <a:noAutofit/>
          </a:bodyPr>
          <a:lstStyle>
            <a:lvl1pPr lvl="0">
              <a:lnSpc>
                <a:spcPct val="80000"/>
              </a:lnSpc>
              <a:spcBef>
                <a:spcPts val="0"/>
              </a:spcBef>
              <a:spcAft>
                <a:spcPts val="0"/>
              </a:spcAft>
              <a:buSzPts val="3500"/>
              <a:buFont typeface="Space Grotesk"/>
              <a:buNone/>
              <a:defRPr sz="3500">
                <a:latin typeface="Space Grotesk"/>
                <a:ea typeface="Space Grotesk"/>
                <a:cs typeface="Space Grotesk"/>
                <a:sym typeface="Space Grotesk"/>
              </a:defRPr>
            </a:lvl1pPr>
            <a:lvl2pPr lvl="1">
              <a:lnSpc>
                <a:spcPct val="80000"/>
              </a:lnSpc>
              <a:spcBef>
                <a:spcPts val="0"/>
              </a:spcBef>
              <a:spcAft>
                <a:spcPts val="0"/>
              </a:spcAft>
              <a:buSzPts val="3900"/>
              <a:buFont typeface="Space Grotesk Medium"/>
              <a:buNone/>
              <a:defRPr sz="3900"/>
            </a:lvl2pPr>
            <a:lvl3pPr lvl="2">
              <a:lnSpc>
                <a:spcPct val="80000"/>
              </a:lnSpc>
              <a:spcBef>
                <a:spcPts val="0"/>
              </a:spcBef>
              <a:spcAft>
                <a:spcPts val="0"/>
              </a:spcAft>
              <a:buSzPts val="3900"/>
              <a:buFont typeface="Space Grotesk Medium"/>
              <a:buNone/>
              <a:defRPr sz="3900"/>
            </a:lvl3pPr>
            <a:lvl4pPr lvl="3">
              <a:lnSpc>
                <a:spcPct val="80000"/>
              </a:lnSpc>
              <a:spcBef>
                <a:spcPts val="0"/>
              </a:spcBef>
              <a:spcAft>
                <a:spcPts val="0"/>
              </a:spcAft>
              <a:buSzPts val="3900"/>
              <a:buFont typeface="Space Grotesk Medium"/>
              <a:buNone/>
              <a:defRPr sz="3900"/>
            </a:lvl4pPr>
            <a:lvl5pPr lvl="4">
              <a:lnSpc>
                <a:spcPct val="80000"/>
              </a:lnSpc>
              <a:spcBef>
                <a:spcPts val="0"/>
              </a:spcBef>
              <a:spcAft>
                <a:spcPts val="0"/>
              </a:spcAft>
              <a:buSzPts val="3900"/>
              <a:buFont typeface="Space Grotesk Medium"/>
              <a:buNone/>
              <a:defRPr sz="3900"/>
            </a:lvl5pPr>
            <a:lvl6pPr lvl="5">
              <a:lnSpc>
                <a:spcPct val="80000"/>
              </a:lnSpc>
              <a:spcBef>
                <a:spcPts val="0"/>
              </a:spcBef>
              <a:spcAft>
                <a:spcPts val="0"/>
              </a:spcAft>
              <a:buSzPts val="3900"/>
              <a:buFont typeface="Space Grotesk Medium"/>
              <a:buNone/>
              <a:defRPr sz="3900"/>
            </a:lvl6pPr>
            <a:lvl7pPr lvl="6">
              <a:lnSpc>
                <a:spcPct val="80000"/>
              </a:lnSpc>
              <a:spcBef>
                <a:spcPts val="0"/>
              </a:spcBef>
              <a:spcAft>
                <a:spcPts val="0"/>
              </a:spcAft>
              <a:buSzPts val="3900"/>
              <a:buFont typeface="Space Grotesk Medium"/>
              <a:buNone/>
              <a:defRPr sz="3900"/>
            </a:lvl7pPr>
            <a:lvl8pPr lvl="7">
              <a:lnSpc>
                <a:spcPct val="80000"/>
              </a:lnSpc>
              <a:spcBef>
                <a:spcPts val="0"/>
              </a:spcBef>
              <a:spcAft>
                <a:spcPts val="0"/>
              </a:spcAft>
              <a:buSzPts val="3900"/>
              <a:buFont typeface="Space Grotesk Medium"/>
              <a:buNone/>
              <a:defRPr sz="3900"/>
            </a:lvl8pPr>
            <a:lvl9pPr lvl="8">
              <a:lnSpc>
                <a:spcPct val="80000"/>
              </a:lnSpc>
              <a:spcBef>
                <a:spcPts val="0"/>
              </a:spcBef>
              <a:spcAft>
                <a:spcPts val="0"/>
              </a:spcAft>
              <a:buSzPts val="3900"/>
              <a:buFont typeface="Space Grotesk Medium"/>
              <a:buNone/>
              <a:defRPr sz="3900"/>
            </a:lvl9pPr>
          </a:lstStyle>
          <a:p/>
        </p:txBody>
      </p:sp>
    </p:spTree>
  </p:cSld>
  <p:clrMapOvr>
    <a:masterClrMapping/>
  </p:clrMapOvr>
  <p:extLst>
    <p:ext uri="{DCECCB84-F9BA-43D5-87BE-67443E8EF086}">
      <p15:sldGuideLst>
        <p15:guide id="1" pos="468">
          <p15:clr>
            <a:srgbClr val="E46962"/>
          </p15:clr>
        </p15:guide>
        <p15:guide id="2" orient="horz" pos="468">
          <p15:clr>
            <a:srgbClr val="E46962"/>
          </p15:clr>
        </p15:guide>
        <p15:guide id="3" orient="horz" pos="3081">
          <p15:clr>
            <a:srgbClr val="E46962"/>
          </p15:clr>
        </p15:guide>
        <p15:guide id="4" pos="5601">
          <p15:clr>
            <a:srgbClr val="E46962"/>
          </p15:clr>
        </p15:guide>
        <p15:guide id="5" pos="5292">
          <p15:clr>
            <a:srgbClr val="E46962"/>
          </p15:clr>
        </p15:guide>
        <p15:guide id="6" pos="159">
          <p15:clr>
            <a:srgbClr val="E46962"/>
          </p15:clr>
        </p15:guide>
        <p15:guide id="7" orient="horz" pos="159">
          <p15:clr>
            <a:srgbClr val="E46962"/>
          </p15:clr>
        </p15:guide>
        <p15:guide id="8" orient="horz" pos="2772">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t Attack">
  <p:cSld name="TITLE_1_1_5">
    <p:bg>
      <p:bgPr>
        <a:solidFill>
          <a:schemeClr val="accent4"/>
        </a:solidFill>
      </p:bgPr>
    </p:bg>
    <p:spTree>
      <p:nvGrpSpPr>
        <p:cNvPr id="260" name="Shape 260"/>
        <p:cNvGrpSpPr/>
        <p:nvPr/>
      </p:nvGrpSpPr>
      <p:grpSpPr>
        <a:xfrm>
          <a:off x="0" y="0"/>
          <a:ext cx="0" cy="0"/>
          <a:chOff x="0" y="0"/>
          <a:chExt cx="0" cy="0"/>
        </a:xfrm>
      </p:grpSpPr>
      <p:grpSp>
        <p:nvGrpSpPr>
          <p:cNvPr id="261" name="Google Shape;261;p15"/>
          <p:cNvGrpSpPr/>
          <p:nvPr/>
        </p:nvGrpSpPr>
        <p:grpSpPr>
          <a:xfrm>
            <a:off x="0" y="0"/>
            <a:ext cx="9143999" cy="5143500"/>
            <a:chOff x="0" y="0"/>
            <a:chExt cx="9143999" cy="5143500"/>
          </a:xfrm>
        </p:grpSpPr>
        <p:sp>
          <p:nvSpPr>
            <p:cNvPr id="262" name="Google Shape;262;p15"/>
            <p:cNvSpPr/>
            <p:nvPr/>
          </p:nvSpPr>
          <p:spPr>
            <a:xfrm>
              <a:off x="0" y="0"/>
              <a:ext cx="103049" cy="5143489"/>
            </a:xfrm>
            <a:custGeom>
              <a:rect b="b" l="l" r="r" t="t"/>
              <a:pathLst>
                <a:path extrusionOk="0" h="143904" w="3540">
                  <a:moveTo>
                    <a:pt x="0" y="1"/>
                  </a:moveTo>
                  <a:lnTo>
                    <a:pt x="0" y="143903"/>
                  </a:lnTo>
                  <a:lnTo>
                    <a:pt x="3540" y="143903"/>
                  </a:lnTo>
                  <a:lnTo>
                    <a:pt x="354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63" name="Google Shape;263;p15"/>
            <p:cNvSpPr/>
            <p:nvPr/>
          </p:nvSpPr>
          <p:spPr>
            <a:xfrm>
              <a:off x="9040950" y="0"/>
              <a:ext cx="103049" cy="5143489"/>
            </a:xfrm>
            <a:custGeom>
              <a:rect b="b" l="l" r="r" t="t"/>
              <a:pathLst>
                <a:path extrusionOk="0" h="143904" w="3540">
                  <a:moveTo>
                    <a:pt x="0" y="1"/>
                  </a:moveTo>
                  <a:lnTo>
                    <a:pt x="0" y="143903"/>
                  </a:lnTo>
                  <a:lnTo>
                    <a:pt x="3540" y="143903"/>
                  </a:lnTo>
                  <a:lnTo>
                    <a:pt x="354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64" name="Google Shape;264;p15"/>
            <p:cNvSpPr/>
            <p:nvPr/>
          </p:nvSpPr>
          <p:spPr>
            <a:xfrm rot="5400000">
              <a:off x="4519005" y="-4518866"/>
              <a:ext cx="103049" cy="9140782"/>
            </a:xfrm>
            <a:custGeom>
              <a:rect b="b" l="l" r="r" t="t"/>
              <a:pathLst>
                <a:path extrusionOk="0" h="143904" w="3540">
                  <a:moveTo>
                    <a:pt x="0" y="1"/>
                  </a:moveTo>
                  <a:lnTo>
                    <a:pt x="0" y="143903"/>
                  </a:lnTo>
                  <a:lnTo>
                    <a:pt x="3540" y="143903"/>
                  </a:lnTo>
                  <a:lnTo>
                    <a:pt x="354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65" name="Google Shape;265;p15"/>
            <p:cNvSpPr/>
            <p:nvPr/>
          </p:nvSpPr>
          <p:spPr>
            <a:xfrm rot="5400000">
              <a:off x="4520468" y="521584"/>
              <a:ext cx="103049" cy="9140782"/>
            </a:xfrm>
            <a:custGeom>
              <a:rect b="b" l="l" r="r" t="t"/>
              <a:pathLst>
                <a:path extrusionOk="0" h="143904" w="3540">
                  <a:moveTo>
                    <a:pt x="0" y="1"/>
                  </a:moveTo>
                  <a:lnTo>
                    <a:pt x="0" y="143903"/>
                  </a:lnTo>
                  <a:lnTo>
                    <a:pt x="3540" y="143903"/>
                  </a:lnTo>
                  <a:lnTo>
                    <a:pt x="354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266" name="Google Shape;266;p15"/>
          <p:cNvSpPr/>
          <p:nvPr>
            <p:ph idx="2" type="pic"/>
          </p:nvPr>
        </p:nvSpPr>
        <p:spPr>
          <a:xfrm>
            <a:off x="3553675" y="3509450"/>
            <a:ext cx="1941000" cy="1313100"/>
          </a:xfrm>
          <a:prstGeom prst="rect">
            <a:avLst/>
          </a:prstGeom>
          <a:noFill/>
          <a:ln cap="flat" cmpd="sng" w="9525">
            <a:solidFill>
              <a:schemeClr val="dk1"/>
            </a:solidFill>
            <a:prstDash val="solid"/>
            <a:round/>
            <a:headEnd len="sm" w="sm" type="none"/>
            <a:tailEnd len="sm" w="sm" type="none"/>
          </a:ln>
        </p:spPr>
      </p:sp>
      <p:sp>
        <p:nvSpPr>
          <p:cNvPr id="267" name="Google Shape;267;p15"/>
          <p:cNvSpPr txBox="1"/>
          <p:nvPr>
            <p:ph type="title"/>
          </p:nvPr>
        </p:nvSpPr>
        <p:spPr>
          <a:xfrm>
            <a:off x="236975" y="223878"/>
            <a:ext cx="4216200" cy="501600"/>
          </a:xfrm>
          <a:prstGeom prst="rect">
            <a:avLst/>
          </a:prstGeom>
        </p:spPr>
        <p:txBody>
          <a:bodyPr anchorCtr="0" anchor="t" bIns="0" lIns="0" spcFirstLastPara="1" rIns="0" wrap="square" tIns="0">
            <a:normAutofit/>
          </a:bodyPr>
          <a:lstStyle>
            <a:lvl1pPr lvl="0">
              <a:lnSpc>
                <a:spcPct val="80000"/>
              </a:lnSpc>
              <a:spcBef>
                <a:spcPts val="0"/>
              </a:spcBef>
              <a:spcAft>
                <a:spcPts val="0"/>
              </a:spcAft>
              <a:buSzPts val="3500"/>
              <a:buFont typeface="Space Grotesk"/>
              <a:buNone/>
              <a:defRPr sz="3500">
                <a:latin typeface="Space Grotesk"/>
                <a:ea typeface="Space Grotesk"/>
                <a:cs typeface="Space Grotesk"/>
                <a:sym typeface="Space Grotesk"/>
              </a:defRPr>
            </a:lvl1pPr>
            <a:lvl2pPr lvl="1">
              <a:lnSpc>
                <a:spcPct val="80000"/>
              </a:lnSpc>
              <a:spcBef>
                <a:spcPts val="0"/>
              </a:spcBef>
              <a:spcAft>
                <a:spcPts val="0"/>
              </a:spcAft>
              <a:buSzPts val="3900"/>
              <a:buFont typeface="Space Grotesk Medium"/>
              <a:buNone/>
              <a:defRPr sz="3900"/>
            </a:lvl2pPr>
            <a:lvl3pPr lvl="2">
              <a:lnSpc>
                <a:spcPct val="80000"/>
              </a:lnSpc>
              <a:spcBef>
                <a:spcPts val="0"/>
              </a:spcBef>
              <a:spcAft>
                <a:spcPts val="0"/>
              </a:spcAft>
              <a:buSzPts val="3900"/>
              <a:buFont typeface="Space Grotesk Medium"/>
              <a:buNone/>
              <a:defRPr sz="3900"/>
            </a:lvl3pPr>
            <a:lvl4pPr lvl="3">
              <a:lnSpc>
                <a:spcPct val="80000"/>
              </a:lnSpc>
              <a:spcBef>
                <a:spcPts val="0"/>
              </a:spcBef>
              <a:spcAft>
                <a:spcPts val="0"/>
              </a:spcAft>
              <a:buSzPts val="3900"/>
              <a:buFont typeface="Space Grotesk Medium"/>
              <a:buNone/>
              <a:defRPr sz="3900"/>
            </a:lvl4pPr>
            <a:lvl5pPr lvl="4">
              <a:lnSpc>
                <a:spcPct val="80000"/>
              </a:lnSpc>
              <a:spcBef>
                <a:spcPts val="0"/>
              </a:spcBef>
              <a:spcAft>
                <a:spcPts val="0"/>
              </a:spcAft>
              <a:buSzPts val="3900"/>
              <a:buFont typeface="Space Grotesk Medium"/>
              <a:buNone/>
              <a:defRPr sz="3900"/>
            </a:lvl5pPr>
            <a:lvl6pPr lvl="5">
              <a:lnSpc>
                <a:spcPct val="80000"/>
              </a:lnSpc>
              <a:spcBef>
                <a:spcPts val="0"/>
              </a:spcBef>
              <a:spcAft>
                <a:spcPts val="0"/>
              </a:spcAft>
              <a:buSzPts val="3900"/>
              <a:buFont typeface="Space Grotesk Medium"/>
              <a:buNone/>
              <a:defRPr sz="3900"/>
            </a:lvl6pPr>
            <a:lvl7pPr lvl="6">
              <a:lnSpc>
                <a:spcPct val="80000"/>
              </a:lnSpc>
              <a:spcBef>
                <a:spcPts val="0"/>
              </a:spcBef>
              <a:spcAft>
                <a:spcPts val="0"/>
              </a:spcAft>
              <a:buSzPts val="3900"/>
              <a:buFont typeface="Space Grotesk Medium"/>
              <a:buNone/>
              <a:defRPr sz="3900"/>
            </a:lvl7pPr>
            <a:lvl8pPr lvl="7">
              <a:lnSpc>
                <a:spcPct val="80000"/>
              </a:lnSpc>
              <a:spcBef>
                <a:spcPts val="0"/>
              </a:spcBef>
              <a:spcAft>
                <a:spcPts val="0"/>
              </a:spcAft>
              <a:buSzPts val="3900"/>
              <a:buFont typeface="Space Grotesk Medium"/>
              <a:buNone/>
              <a:defRPr sz="3900"/>
            </a:lvl8pPr>
            <a:lvl9pPr lvl="8">
              <a:lnSpc>
                <a:spcPct val="80000"/>
              </a:lnSpc>
              <a:spcBef>
                <a:spcPts val="0"/>
              </a:spcBef>
              <a:spcAft>
                <a:spcPts val="0"/>
              </a:spcAft>
              <a:buSzPts val="3900"/>
              <a:buFont typeface="Space Grotesk Medium"/>
              <a:buNone/>
              <a:defRPr sz="3900"/>
            </a:lvl9pPr>
          </a:lstStyle>
          <a:p/>
        </p:txBody>
      </p:sp>
      <p:sp>
        <p:nvSpPr>
          <p:cNvPr id="268" name="Google Shape;268;p15"/>
          <p:cNvSpPr/>
          <p:nvPr>
            <p:ph idx="3" type="pic"/>
          </p:nvPr>
        </p:nvSpPr>
        <p:spPr>
          <a:xfrm>
            <a:off x="6699200" y="904175"/>
            <a:ext cx="1909200" cy="1191900"/>
          </a:xfrm>
          <a:prstGeom prst="rect">
            <a:avLst/>
          </a:prstGeom>
          <a:noFill/>
          <a:ln cap="flat" cmpd="sng" w="9525">
            <a:solidFill>
              <a:schemeClr val="dk1"/>
            </a:solidFill>
            <a:prstDash val="solid"/>
            <a:round/>
            <a:headEnd len="sm" w="sm" type="none"/>
            <a:tailEnd len="sm" w="sm" type="none"/>
          </a:ln>
        </p:spPr>
      </p:sp>
      <p:sp>
        <p:nvSpPr>
          <p:cNvPr id="269" name="Google Shape;269;p15"/>
          <p:cNvSpPr/>
          <p:nvPr>
            <p:ph idx="4" type="pic"/>
          </p:nvPr>
        </p:nvSpPr>
        <p:spPr>
          <a:xfrm>
            <a:off x="5673725" y="2267525"/>
            <a:ext cx="2935200" cy="2433900"/>
          </a:xfrm>
          <a:prstGeom prst="rect">
            <a:avLst/>
          </a:prstGeom>
          <a:noFill/>
          <a:ln cap="flat" cmpd="sng" w="9525">
            <a:solidFill>
              <a:schemeClr val="dk1"/>
            </a:solidFill>
            <a:prstDash val="solid"/>
            <a:round/>
            <a:headEnd len="sm" w="sm" type="none"/>
            <a:tailEnd len="sm" w="sm" type="none"/>
          </a:ln>
        </p:spPr>
      </p:sp>
      <p:sp>
        <p:nvSpPr>
          <p:cNvPr id="270" name="Google Shape;270;p15"/>
          <p:cNvSpPr/>
          <p:nvPr>
            <p:ph idx="5" type="pic"/>
          </p:nvPr>
        </p:nvSpPr>
        <p:spPr>
          <a:xfrm>
            <a:off x="252425" y="2015900"/>
            <a:ext cx="3080100" cy="2875200"/>
          </a:xfrm>
          <a:prstGeom prst="rect">
            <a:avLst/>
          </a:prstGeom>
          <a:noFill/>
          <a:ln cap="flat" cmpd="sng" w="9525">
            <a:solidFill>
              <a:schemeClr val="dk1"/>
            </a:solidFill>
            <a:prstDash val="solid"/>
            <a:round/>
            <a:headEnd len="sm" w="sm" type="none"/>
            <a:tailEnd len="sm" w="sm" type="none"/>
          </a:ln>
        </p:spPr>
      </p:sp>
      <p:sp>
        <p:nvSpPr>
          <p:cNvPr id="271" name="Google Shape;271;p15"/>
          <p:cNvSpPr/>
          <p:nvPr/>
        </p:nvSpPr>
        <p:spPr>
          <a:xfrm>
            <a:off x="5673400" y="2267525"/>
            <a:ext cx="2935200" cy="2433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72" name="Google Shape;272;p15"/>
          <p:cNvSpPr/>
          <p:nvPr>
            <p:ph idx="6" type="pic"/>
          </p:nvPr>
        </p:nvSpPr>
        <p:spPr>
          <a:xfrm>
            <a:off x="4838963" y="1797550"/>
            <a:ext cx="1740900" cy="1191900"/>
          </a:xfrm>
          <a:prstGeom prst="rect">
            <a:avLst/>
          </a:prstGeom>
          <a:noFill/>
          <a:ln cap="flat" cmpd="sng" w="9525">
            <a:solidFill>
              <a:schemeClr val="dk1"/>
            </a:solidFill>
            <a:prstDash val="solid"/>
            <a:round/>
            <a:headEnd len="sm" w="sm" type="none"/>
            <a:tailEnd len="sm" w="sm" type="none"/>
          </a:ln>
        </p:spPr>
      </p:sp>
      <p:sp>
        <p:nvSpPr>
          <p:cNvPr id="273" name="Google Shape;273;p15"/>
          <p:cNvSpPr/>
          <p:nvPr>
            <p:ph idx="7" type="pic"/>
          </p:nvPr>
        </p:nvSpPr>
        <p:spPr>
          <a:xfrm>
            <a:off x="2991500" y="904174"/>
            <a:ext cx="1721700" cy="2475600"/>
          </a:xfrm>
          <a:prstGeom prst="rect">
            <a:avLst/>
          </a:prstGeom>
          <a:noFill/>
          <a:ln cap="flat" cmpd="sng" w="9525">
            <a:solidFill>
              <a:schemeClr val="dk1"/>
            </a:solidFill>
            <a:prstDash val="solid"/>
            <a:round/>
            <a:headEnd len="sm" w="sm" type="none"/>
            <a:tailEnd len="sm" w="sm" type="none"/>
          </a:ln>
        </p:spPr>
      </p:sp>
      <p:sp>
        <p:nvSpPr>
          <p:cNvPr id="274" name="Google Shape;274;p15"/>
          <p:cNvSpPr/>
          <p:nvPr>
            <p:ph idx="8" type="pic"/>
          </p:nvPr>
        </p:nvSpPr>
        <p:spPr>
          <a:xfrm>
            <a:off x="4848425" y="580600"/>
            <a:ext cx="1721700" cy="1048200"/>
          </a:xfrm>
          <a:prstGeom prst="rect">
            <a:avLst/>
          </a:prstGeom>
          <a:noFill/>
          <a:ln cap="flat" cmpd="sng" w="9525">
            <a:solidFill>
              <a:schemeClr val="dk1"/>
            </a:solidFill>
            <a:prstDash val="solid"/>
            <a:round/>
            <a:headEnd len="sm" w="sm" type="none"/>
            <a:tailEnd len="sm" w="sm" type="none"/>
          </a:ln>
        </p:spPr>
      </p:sp>
      <p:sp>
        <p:nvSpPr>
          <p:cNvPr id="275" name="Google Shape;275;p15"/>
          <p:cNvSpPr txBox="1"/>
          <p:nvPr>
            <p:ph idx="1" type="subTitle"/>
          </p:nvPr>
        </p:nvSpPr>
        <p:spPr>
          <a:xfrm>
            <a:off x="252600" y="743700"/>
            <a:ext cx="2675700" cy="10299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2pPr>
            <a:lvl3pPr lvl="2">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3pPr>
            <a:lvl4pPr lvl="3">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4pPr>
            <a:lvl5pPr lvl="4">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5pPr>
            <a:lvl6pPr lvl="5">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6pPr>
            <a:lvl7pPr lvl="6">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7pPr>
            <a:lvl8pPr lvl="7">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8pPr>
            <a:lvl9pPr lvl="8">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9pPr>
          </a:lstStyle>
          <a:p/>
        </p:txBody>
      </p:sp>
    </p:spTree>
  </p:cSld>
  <p:clrMapOvr>
    <a:masterClrMapping/>
  </p:clrMapOvr>
  <p:extLst>
    <p:ext uri="{DCECCB84-F9BA-43D5-87BE-67443E8EF086}">
      <p15:sldGuideLst>
        <p15:guide id="1" pos="468">
          <p15:clr>
            <a:srgbClr val="E46962"/>
          </p15:clr>
        </p15:guide>
        <p15:guide id="2" orient="horz" pos="468">
          <p15:clr>
            <a:srgbClr val="E46962"/>
          </p15:clr>
        </p15:guide>
        <p15:guide id="3" pos="5601">
          <p15:clr>
            <a:srgbClr val="E46962"/>
          </p15:clr>
        </p15:guide>
        <p15:guide id="4" orient="horz" pos="3081">
          <p15:clr>
            <a:srgbClr val="E46962"/>
          </p15:clr>
        </p15:guide>
        <p15:guide id="5" orient="horz" pos="2772">
          <p15:clr>
            <a:srgbClr val="E46962"/>
          </p15:clr>
        </p15:guide>
        <p15:guide id="6" pos="5292">
          <p15:clr>
            <a:srgbClr val="E46962"/>
          </p15:clr>
        </p15:guide>
        <p15:guide id="7" pos="159">
          <p15:clr>
            <a:srgbClr val="E46962"/>
          </p15:clr>
        </p15:guide>
        <p15:guide id="8" orient="horz" pos="159">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nks">
  <p:cSld name="BLANK_1_1_1_1_1_1_1_1_1_1_1_3">
    <p:spTree>
      <p:nvGrpSpPr>
        <p:cNvPr id="276" name="Shape 276"/>
        <p:cNvGrpSpPr/>
        <p:nvPr/>
      </p:nvGrpSpPr>
      <p:grpSpPr>
        <a:xfrm>
          <a:off x="0" y="0"/>
          <a:ext cx="0" cy="0"/>
          <a:chOff x="0" y="0"/>
          <a:chExt cx="0" cy="0"/>
        </a:xfrm>
      </p:grpSpPr>
      <p:sp>
        <p:nvSpPr>
          <p:cNvPr id="277" name="Google Shape;277;p16"/>
          <p:cNvSpPr txBox="1"/>
          <p:nvPr>
            <p:ph type="title"/>
          </p:nvPr>
        </p:nvSpPr>
        <p:spPr>
          <a:xfrm>
            <a:off x="242375" y="530828"/>
            <a:ext cx="3576600" cy="378900"/>
          </a:xfrm>
          <a:prstGeom prst="rect">
            <a:avLst/>
          </a:prstGeom>
        </p:spPr>
        <p:txBody>
          <a:bodyPr anchorCtr="0" anchor="t" bIns="0" lIns="0" spcFirstLastPara="1" rIns="0" wrap="square" tIns="0">
            <a:spAutoFit/>
          </a:bodyPr>
          <a:lstStyle>
            <a:lvl1pPr lvl="0">
              <a:spcBef>
                <a:spcPts val="0"/>
              </a:spcBef>
              <a:spcAft>
                <a:spcPts val="0"/>
              </a:spcAft>
              <a:buSzPts val="2800"/>
              <a:buNone/>
              <a:defRPr sz="1000">
                <a:latin typeface="Space Grotesk"/>
                <a:ea typeface="Space Grotesk"/>
                <a:cs typeface="Space Grotesk"/>
                <a:sym typeface="Space Grotesk"/>
              </a:defRPr>
            </a:lvl1pPr>
            <a:lvl2pPr lvl="1">
              <a:spcBef>
                <a:spcPts val="0"/>
              </a:spcBef>
              <a:spcAft>
                <a:spcPts val="0"/>
              </a:spcAft>
              <a:buSzPts val="2800"/>
              <a:buNone/>
              <a:defRPr sz="1000">
                <a:latin typeface="Space Grotesk"/>
                <a:ea typeface="Space Grotesk"/>
                <a:cs typeface="Space Grotesk"/>
                <a:sym typeface="Space Grotesk"/>
              </a:defRPr>
            </a:lvl2pPr>
            <a:lvl3pPr lvl="2">
              <a:spcBef>
                <a:spcPts val="0"/>
              </a:spcBef>
              <a:spcAft>
                <a:spcPts val="0"/>
              </a:spcAft>
              <a:buSzPts val="2800"/>
              <a:buNone/>
              <a:defRPr sz="1000">
                <a:latin typeface="Space Grotesk"/>
                <a:ea typeface="Space Grotesk"/>
                <a:cs typeface="Space Grotesk"/>
                <a:sym typeface="Space Grotesk"/>
              </a:defRPr>
            </a:lvl3pPr>
            <a:lvl4pPr lvl="3">
              <a:spcBef>
                <a:spcPts val="0"/>
              </a:spcBef>
              <a:spcAft>
                <a:spcPts val="0"/>
              </a:spcAft>
              <a:buSzPts val="2800"/>
              <a:buNone/>
              <a:defRPr sz="1000">
                <a:latin typeface="Space Grotesk"/>
                <a:ea typeface="Space Grotesk"/>
                <a:cs typeface="Space Grotesk"/>
                <a:sym typeface="Space Grotesk"/>
              </a:defRPr>
            </a:lvl4pPr>
            <a:lvl5pPr lvl="4">
              <a:spcBef>
                <a:spcPts val="0"/>
              </a:spcBef>
              <a:spcAft>
                <a:spcPts val="0"/>
              </a:spcAft>
              <a:buSzPts val="2800"/>
              <a:buNone/>
              <a:defRPr sz="1000">
                <a:latin typeface="Space Grotesk"/>
                <a:ea typeface="Space Grotesk"/>
                <a:cs typeface="Space Grotesk"/>
                <a:sym typeface="Space Grotesk"/>
              </a:defRPr>
            </a:lvl5pPr>
            <a:lvl6pPr lvl="5">
              <a:spcBef>
                <a:spcPts val="0"/>
              </a:spcBef>
              <a:spcAft>
                <a:spcPts val="0"/>
              </a:spcAft>
              <a:buSzPts val="2800"/>
              <a:buNone/>
              <a:defRPr sz="1000">
                <a:latin typeface="Space Grotesk"/>
                <a:ea typeface="Space Grotesk"/>
                <a:cs typeface="Space Grotesk"/>
                <a:sym typeface="Space Grotesk"/>
              </a:defRPr>
            </a:lvl6pPr>
            <a:lvl7pPr lvl="6">
              <a:spcBef>
                <a:spcPts val="0"/>
              </a:spcBef>
              <a:spcAft>
                <a:spcPts val="0"/>
              </a:spcAft>
              <a:buSzPts val="2800"/>
              <a:buNone/>
              <a:defRPr sz="1000">
                <a:latin typeface="Space Grotesk"/>
                <a:ea typeface="Space Grotesk"/>
                <a:cs typeface="Space Grotesk"/>
                <a:sym typeface="Space Grotesk"/>
              </a:defRPr>
            </a:lvl7pPr>
            <a:lvl8pPr lvl="7">
              <a:spcBef>
                <a:spcPts val="0"/>
              </a:spcBef>
              <a:spcAft>
                <a:spcPts val="0"/>
              </a:spcAft>
              <a:buSzPts val="2800"/>
              <a:buNone/>
              <a:defRPr sz="1000">
                <a:latin typeface="Space Grotesk"/>
                <a:ea typeface="Space Grotesk"/>
                <a:cs typeface="Space Grotesk"/>
                <a:sym typeface="Space Grotesk"/>
              </a:defRPr>
            </a:lvl8pPr>
            <a:lvl9pPr lvl="8">
              <a:spcBef>
                <a:spcPts val="0"/>
              </a:spcBef>
              <a:spcAft>
                <a:spcPts val="0"/>
              </a:spcAft>
              <a:buSzPts val="2800"/>
              <a:buNone/>
              <a:defRPr sz="1000">
                <a:latin typeface="Space Grotesk"/>
                <a:ea typeface="Space Grotesk"/>
                <a:cs typeface="Space Grotesk"/>
                <a:sym typeface="Space Grotesk"/>
              </a:defRPr>
            </a:lvl9pPr>
          </a:lstStyle>
          <a:p/>
        </p:txBody>
      </p:sp>
      <p:sp>
        <p:nvSpPr>
          <p:cNvPr id="278" name="Google Shape;278;p16"/>
          <p:cNvSpPr txBox="1"/>
          <p:nvPr>
            <p:ph idx="2" type="title"/>
          </p:nvPr>
        </p:nvSpPr>
        <p:spPr>
          <a:xfrm>
            <a:off x="236891" y="203879"/>
            <a:ext cx="6480300" cy="212400"/>
          </a:xfrm>
          <a:prstGeom prst="rect">
            <a:avLst/>
          </a:prstGeom>
        </p:spPr>
        <p:txBody>
          <a:bodyPr anchorCtr="0" anchor="t" bIns="0" lIns="0" spcFirstLastPara="1" rIns="0" wrap="square" tIns="0">
            <a:spAutoFit/>
          </a:bodyPr>
          <a:lstStyle>
            <a:lvl1pPr lvl="0">
              <a:spcBef>
                <a:spcPts val="0"/>
              </a:spcBef>
              <a:spcAft>
                <a:spcPts val="0"/>
              </a:spcAft>
              <a:buSzPts val="2800"/>
              <a:buNone/>
              <a:defRPr sz="1500"/>
            </a:lvl1pPr>
            <a:lvl2pPr lvl="1">
              <a:lnSpc>
                <a:spcPct val="115000"/>
              </a:lnSpc>
              <a:spcBef>
                <a:spcPts val="0"/>
              </a:spcBef>
              <a:spcAft>
                <a:spcPts val="0"/>
              </a:spcAft>
              <a:buSzPts val="2800"/>
              <a:buNone/>
              <a:defRPr sz="3000">
                <a:latin typeface="Space Grotesk"/>
                <a:ea typeface="Space Grotesk"/>
                <a:cs typeface="Space Grotesk"/>
                <a:sym typeface="Space Grotesk"/>
              </a:defRPr>
            </a:lvl2pPr>
            <a:lvl3pPr lvl="2">
              <a:lnSpc>
                <a:spcPct val="115000"/>
              </a:lnSpc>
              <a:spcBef>
                <a:spcPts val="0"/>
              </a:spcBef>
              <a:spcAft>
                <a:spcPts val="0"/>
              </a:spcAft>
              <a:buSzPts val="2800"/>
              <a:buNone/>
              <a:defRPr sz="3000">
                <a:latin typeface="Space Grotesk"/>
                <a:ea typeface="Space Grotesk"/>
                <a:cs typeface="Space Grotesk"/>
                <a:sym typeface="Space Grotesk"/>
              </a:defRPr>
            </a:lvl3pPr>
            <a:lvl4pPr lvl="3">
              <a:lnSpc>
                <a:spcPct val="115000"/>
              </a:lnSpc>
              <a:spcBef>
                <a:spcPts val="0"/>
              </a:spcBef>
              <a:spcAft>
                <a:spcPts val="0"/>
              </a:spcAft>
              <a:buSzPts val="2800"/>
              <a:buNone/>
              <a:defRPr sz="3000">
                <a:latin typeface="Space Grotesk"/>
                <a:ea typeface="Space Grotesk"/>
                <a:cs typeface="Space Grotesk"/>
                <a:sym typeface="Space Grotesk"/>
              </a:defRPr>
            </a:lvl4pPr>
            <a:lvl5pPr lvl="4">
              <a:lnSpc>
                <a:spcPct val="115000"/>
              </a:lnSpc>
              <a:spcBef>
                <a:spcPts val="0"/>
              </a:spcBef>
              <a:spcAft>
                <a:spcPts val="0"/>
              </a:spcAft>
              <a:buSzPts val="2800"/>
              <a:buNone/>
              <a:defRPr sz="3000">
                <a:latin typeface="Space Grotesk"/>
                <a:ea typeface="Space Grotesk"/>
                <a:cs typeface="Space Grotesk"/>
                <a:sym typeface="Space Grotesk"/>
              </a:defRPr>
            </a:lvl5pPr>
            <a:lvl6pPr lvl="5">
              <a:lnSpc>
                <a:spcPct val="115000"/>
              </a:lnSpc>
              <a:spcBef>
                <a:spcPts val="0"/>
              </a:spcBef>
              <a:spcAft>
                <a:spcPts val="0"/>
              </a:spcAft>
              <a:buSzPts val="2800"/>
              <a:buNone/>
              <a:defRPr sz="3000">
                <a:latin typeface="Space Grotesk"/>
                <a:ea typeface="Space Grotesk"/>
                <a:cs typeface="Space Grotesk"/>
                <a:sym typeface="Space Grotesk"/>
              </a:defRPr>
            </a:lvl6pPr>
            <a:lvl7pPr lvl="6">
              <a:lnSpc>
                <a:spcPct val="115000"/>
              </a:lnSpc>
              <a:spcBef>
                <a:spcPts val="0"/>
              </a:spcBef>
              <a:spcAft>
                <a:spcPts val="0"/>
              </a:spcAft>
              <a:buSzPts val="2800"/>
              <a:buNone/>
              <a:defRPr sz="3000">
                <a:latin typeface="Space Grotesk"/>
                <a:ea typeface="Space Grotesk"/>
                <a:cs typeface="Space Grotesk"/>
                <a:sym typeface="Space Grotesk"/>
              </a:defRPr>
            </a:lvl7pPr>
            <a:lvl8pPr lvl="7">
              <a:lnSpc>
                <a:spcPct val="115000"/>
              </a:lnSpc>
              <a:spcBef>
                <a:spcPts val="0"/>
              </a:spcBef>
              <a:spcAft>
                <a:spcPts val="0"/>
              </a:spcAft>
              <a:buSzPts val="2800"/>
              <a:buNone/>
              <a:defRPr sz="3000">
                <a:latin typeface="Space Grotesk"/>
                <a:ea typeface="Space Grotesk"/>
                <a:cs typeface="Space Grotesk"/>
                <a:sym typeface="Space Grotesk"/>
              </a:defRPr>
            </a:lvl8pPr>
            <a:lvl9pPr lvl="8">
              <a:lnSpc>
                <a:spcPct val="115000"/>
              </a:lnSpc>
              <a:spcBef>
                <a:spcPts val="0"/>
              </a:spcBef>
              <a:spcAft>
                <a:spcPts val="0"/>
              </a:spcAft>
              <a:buSzPts val="2800"/>
              <a:buNone/>
              <a:defRPr sz="3000">
                <a:latin typeface="Space Grotesk"/>
                <a:ea typeface="Space Grotesk"/>
                <a:cs typeface="Space Grotesk"/>
                <a:sym typeface="Space Grotesk"/>
              </a:defRPr>
            </a:lvl9pPr>
          </a:lstStyle>
          <a:p/>
        </p:txBody>
      </p:sp>
      <p:grpSp>
        <p:nvGrpSpPr>
          <p:cNvPr id="279" name="Google Shape;279;p16"/>
          <p:cNvGrpSpPr/>
          <p:nvPr/>
        </p:nvGrpSpPr>
        <p:grpSpPr>
          <a:xfrm>
            <a:off x="-7338" y="1654487"/>
            <a:ext cx="9150854" cy="3491662"/>
            <a:chOff x="7059712" y="1295828"/>
            <a:chExt cx="2075400" cy="3601137"/>
          </a:xfrm>
        </p:grpSpPr>
        <p:sp>
          <p:nvSpPr>
            <p:cNvPr id="280" name="Google Shape;280;p16"/>
            <p:cNvSpPr/>
            <p:nvPr/>
          </p:nvSpPr>
          <p:spPr>
            <a:xfrm rot="-5400000">
              <a:off x="8683846" y="1589228"/>
              <a:ext cx="744600" cy="1578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81" name="Google Shape;281;p16"/>
            <p:cNvSpPr/>
            <p:nvPr/>
          </p:nvSpPr>
          <p:spPr>
            <a:xfrm rot="-5400000">
              <a:off x="7635137" y="2417525"/>
              <a:ext cx="511500" cy="16602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82" name="Google Shape;282;p16"/>
            <p:cNvSpPr/>
            <p:nvPr/>
          </p:nvSpPr>
          <p:spPr>
            <a:xfrm>
              <a:off x="7061153" y="2040415"/>
              <a:ext cx="1919400" cy="1052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83" name="Google Shape;283;p16"/>
            <p:cNvSpPr/>
            <p:nvPr/>
          </p:nvSpPr>
          <p:spPr>
            <a:xfrm rot="-5400000">
              <a:off x="7624952" y="3629915"/>
              <a:ext cx="703500" cy="1830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84" name="Google Shape;284;p16"/>
            <p:cNvSpPr/>
            <p:nvPr/>
          </p:nvSpPr>
          <p:spPr>
            <a:xfrm rot="-5400000">
              <a:off x="7696912" y="2785540"/>
              <a:ext cx="801000" cy="2075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285" name="Google Shape;285;p16"/>
          <p:cNvSpPr txBox="1"/>
          <p:nvPr>
            <p:ph idx="1" type="subTitle"/>
          </p:nvPr>
        </p:nvSpPr>
        <p:spPr>
          <a:xfrm>
            <a:off x="246850" y="2620050"/>
            <a:ext cx="6911700" cy="2271000"/>
          </a:xfrm>
          <a:prstGeom prst="rect">
            <a:avLst/>
          </a:prstGeom>
        </p:spPr>
        <p:txBody>
          <a:bodyPr anchorCtr="0" anchor="b" bIns="0" lIns="0" spcFirstLastPara="1" rIns="0" wrap="square" tIns="0">
            <a:normAutofit/>
          </a:bodyPr>
          <a:lstStyle>
            <a:lvl1pPr lvl="0">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1pPr>
            <a:lvl2pPr lvl="1">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2pPr>
            <a:lvl3pPr lvl="2">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3pPr>
            <a:lvl4pPr lvl="3">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4pPr>
            <a:lvl5pPr lvl="4">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5pPr>
            <a:lvl6pPr lvl="5">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6pPr>
            <a:lvl7pPr lvl="6">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7pPr>
            <a:lvl8pPr lvl="7">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8pPr>
            <a:lvl9pPr lvl="8">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9pPr>
          </a:lstStyle>
          <a:p/>
        </p:txBody>
      </p:sp>
    </p:spTree>
  </p:cSld>
  <p:clrMapOvr>
    <a:masterClrMapping/>
  </p:clrMapOvr>
  <p:extLst>
    <p:ext uri="{DCECCB84-F9BA-43D5-87BE-67443E8EF086}">
      <p15:sldGuideLst>
        <p15:guide id="1" orient="horz" pos="468">
          <p15:clr>
            <a:srgbClr val="E46962"/>
          </p15:clr>
        </p15:guide>
        <p15:guide id="2" orient="horz" pos="3081">
          <p15:clr>
            <a:srgbClr val="E46962"/>
          </p15:clr>
        </p15:guide>
        <p15:guide id="3" pos="454">
          <p15:clr>
            <a:srgbClr val="E46962"/>
          </p15:clr>
        </p15:guide>
        <p15:guide id="4" pos="5601">
          <p15:clr>
            <a:srgbClr val="E46962"/>
          </p15:clr>
        </p15:guide>
        <p15:guide id="5" pos="5292">
          <p15:clr>
            <a:srgbClr val="E46962"/>
          </p15:clr>
        </p15:guide>
        <p15:guide id="6" pos="159">
          <p15:clr>
            <a:srgbClr val="E46962"/>
          </p15:clr>
        </p15:guide>
        <p15:guide id="7" orient="horz" pos="159">
          <p15:clr>
            <a:srgbClr val="E46962"/>
          </p15:clr>
        </p15:guide>
        <p15:guide id="8" orient="horz" pos="2772">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List">
  <p:cSld name="BLANK_1_1_1_1_1_1_1_1_1_1_1_2">
    <p:spTree>
      <p:nvGrpSpPr>
        <p:cNvPr id="286" name="Shape 286"/>
        <p:cNvGrpSpPr/>
        <p:nvPr/>
      </p:nvGrpSpPr>
      <p:grpSpPr>
        <a:xfrm>
          <a:off x="0" y="0"/>
          <a:ext cx="0" cy="0"/>
          <a:chOff x="0" y="0"/>
          <a:chExt cx="0" cy="0"/>
        </a:xfrm>
      </p:grpSpPr>
      <p:pic>
        <p:nvPicPr>
          <p:cNvPr id="287" name="Google Shape;287;p17"/>
          <p:cNvPicPr preferRelativeResize="0"/>
          <p:nvPr/>
        </p:nvPicPr>
        <p:blipFill rotWithShape="1">
          <a:blip r:embed="rId2">
            <a:alphaModFix/>
          </a:blip>
          <a:srcRect b="48372" l="72419" r="0" t="25661"/>
          <a:stretch/>
        </p:blipFill>
        <p:spPr>
          <a:xfrm>
            <a:off x="8451297" y="282525"/>
            <a:ext cx="305451" cy="287577"/>
          </a:xfrm>
          <a:prstGeom prst="rect">
            <a:avLst/>
          </a:prstGeom>
          <a:noFill/>
          <a:ln>
            <a:noFill/>
          </a:ln>
        </p:spPr>
      </p:pic>
      <p:sp>
        <p:nvSpPr>
          <p:cNvPr id="288" name="Google Shape;288;p17"/>
          <p:cNvSpPr txBox="1"/>
          <p:nvPr>
            <p:ph idx="1" type="subTitle"/>
          </p:nvPr>
        </p:nvSpPr>
        <p:spPr>
          <a:xfrm>
            <a:off x="246850" y="2493274"/>
            <a:ext cx="2781000" cy="3540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500"/>
              <a:buFont typeface="Space Grotesk"/>
              <a:buNone/>
              <a:defRPr sz="1500">
                <a:highlight>
                  <a:schemeClr val="accent2"/>
                </a:highlight>
              </a:defRPr>
            </a:lvl1pPr>
            <a:lvl2pPr lvl="1">
              <a:lnSpc>
                <a:spcPct val="80000"/>
              </a:lnSpc>
              <a:spcBef>
                <a:spcPts val="0"/>
              </a:spcBef>
              <a:spcAft>
                <a:spcPts val="0"/>
              </a:spcAft>
              <a:buSzPts val="1500"/>
              <a:buFont typeface="Space Grotesk"/>
              <a:buNone/>
              <a:defRPr sz="1500"/>
            </a:lvl2pPr>
            <a:lvl3pPr lvl="2">
              <a:lnSpc>
                <a:spcPct val="80000"/>
              </a:lnSpc>
              <a:spcBef>
                <a:spcPts val="0"/>
              </a:spcBef>
              <a:spcAft>
                <a:spcPts val="0"/>
              </a:spcAft>
              <a:buSzPts val="1500"/>
              <a:buFont typeface="Space Grotesk"/>
              <a:buNone/>
              <a:defRPr sz="1500"/>
            </a:lvl3pPr>
            <a:lvl4pPr lvl="3">
              <a:lnSpc>
                <a:spcPct val="80000"/>
              </a:lnSpc>
              <a:spcBef>
                <a:spcPts val="0"/>
              </a:spcBef>
              <a:spcAft>
                <a:spcPts val="0"/>
              </a:spcAft>
              <a:buSzPts val="1500"/>
              <a:buFont typeface="Space Grotesk"/>
              <a:buNone/>
              <a:defRPr sz="1500"/>
            </a:lvl4pPr>
            <a:lvl5pPr lvl="4">
              <a:lnSpc>
                <a:spcPct val="80000"/>
              </a:lnSpc>
              <a:spcBef>
                <a:spcPts val="0"/>
              </a:spcBef>
              <a:spcAft>
                <a:spcPts val="0"/>
              </a:spcAft>
              <a:buSzPts val="1500"/>
              <a:buFont typeface="Space Grotesk"/>
              <a:buNone/>
              <a:defRPr sz="1500"/>
            </a:lvl5pPr>
            <a:lvl6pPr lvl="5">
              <a:lnSpc>
                <a:spcPct val="80000"/>
              </a:lnSpc>
              <a:spcBef>
                <a:spcPts val="0"/>
              </a:spcBef>
              <a:spcAft>
                <a:spcPts val="0"/>
              </a:spcAft>
              <a:buSzPts val="1500"/>
              <a:buFont typeface="Space Grotesk"/>
              <a:buNone/>
              <a:defRPr sz="1500"/>
            </a:lvl6pPr>
            <a:lvl7pPr lvl="6">
              <a:lnSpc>
                <a:spcPct val="80000"/>
              </a:lnSpc>
              <a:spcBef>
                <a:spcPts val="0"/>
              </a:spcBef>
              <a:spcAft>
                <a:spcPts val="0"/>
              </a:spcAft>
              <a:buSzPts val="1500"/>
              <a:buFont typeface="Space Grotesk"/>
              <a:buNone/>
              <a:defRPr sz="1500"/>
            </a:lvl7pPr>
            <a:lvl8pPr lvl="7">
              <a:lnSpc>
                <a:spcPct val="80000"/>
              </a:lnSpc>
              <a:spcBef>
                <a:spcPts val="0"/>
              </a:spcBef>
              <a:spcAft>
                <a:spcPts val="0"/>
              </a:spcAft>
              <a:buSzPts val="1500"/>
              <a:buFont typeface="Space Grotesk"/>
              <a:buNone/>
              <a:defRPr sz="1500"/>
            </a:lvl8pPr>
            <a:lvl9pPr lvl="8">
              <a:lnSpc>
                <a:spcPct val="80000"/>
              </a:lnSpc>
              <a:spcBef>
                <a:spcPts val="0"/>
              </a:spcBef>
              <a:spcAft>
                <a:spcPts val="0"/>
              </a:spcAft>
              <a:buSzPts val="1500"/>
              <a:buFont typeface="Space Grotesk"/>
              <a:buNone/>
              <a:defRPr sz="1500"/>
            </a:lvl9pPr>
          </a:lstStyle>
          <a:p/>
        </p:txBody>
      </p:sp>
      <p:sp>
        <p:nvSpPr>
          <p:cNvPr id="289" name="Google Shape;289;p17"/>
          <p:cNvSpPr txBox="1"/>
          <p:nvPr>
            <p:ph idx="2" type="subTitle"/>
          </p:nvPr>
        </p:nvSpPr>
        <p:spPr>
          <a:xfrm>
            <a:off x="246850" y="2938475"/>
            <a:ext cx="27930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290" name="Google Shape;290;p17"/>
          <p:cNvSpPr txBox="1"/>
          <p:nvPr>
            <p:ph idx="3" type="subTitle"/>
          </p:nvPr>
        </p:nvSpPr>
        <p:spPr>
          <a:xfrm>
            <a:off x="246850" y="3101490"/>
            <a:ext cx="26958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p:txBody>
      </p:sp>
      <p:sp>
        <p:nvSpPr>
          <p:cNvPr id="291" name="Google Shape;291;p17"/>
          <p:cNvSpPr txBox="1"/>
          <p:nvPr>
            <p:ph idx="4" type="subTitle"/>
          </p:nvPr>
        </p:nvSpPr>
        <p:spPr>
          <a:xfrm>
            <a:off x="3135975" y="2493274"/>
            <a:ext cx="2781000" cy="3540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500"/>
              <a:buFont typeface="Space Grotesk"/>
              <a:buNone/>
              <a:defRPr sz="1500">
                <a:highlight>
                  <a:schemeClr val="accent4"/>
                </a:highlight>
              </a:defRPr>
            </a:lvl1pPr>
            <a:lvl2pPr lvl="1">
              <a:lnSpc>
                <a:spcPct val="80000"/>
              </a:lnSpc>
              <a:spcBef>
                <a:spcPts val="0"/>
              </a:spcBef>
              <a:spcAft>
                <a:spcPts val="0"/>
              </a:spcAft>
              <a:buSzPts val="1500"/>
              <a:buFont typeface="Space Grotesk"/>
              <a:buNone/>
              <a:defRPr sz="1500">
                <a:highlight>
                  <a:schemeClr val="accent4"/>
                </a:highlight>
              </a:defRPr>
            </a:lvl2pPr>
            <a:lvl3pPr lvl="2">
              <a:lnSpc>
                <a:spcPct val="80000"/>
              </a:lnSpc>
              <a:spcBef>
                <a:spcPts val="0"/>
              </a:spcBef>
              <a:spcAft>
                <a:spcPts val="0"/>
              </a:spcAft>
              <a:buSzPts val="1500"/>
              <a:buFont typeface="Space Grotesk"/>
              <a:buNone/>
              <a:defRPr sz="1500">
                <a:highlight>
                  <a:schemeClr val="accent4"/>
                </a:highlight>
              </a:defRPr>
            </a:lvl3pPr>
            <a:lvl4pPr lvl="3">
              <a:lnSpc>
                <a:spcPct val="80000"/>
              </a:lnSpc>
              <a:spcBef>
                <a:spcPts val="0"/>
              </a:spcBef>
              <a:spcAft>
                <a:spcPts val="0"/>
              </a:spcAft>
              <a:buSzPts val="1500"/>
              <a:buFont typeface="Space Grotesk"/>
              <a:buNone/>
              <a:defRPr sz="1500">
                <a:highlight>
                  <a:schemeClr val="accent4"/>
                </a:highlight>
              </a:defRPr>
            </a:lvl4pPr>
            <a:lvl5pPr lvl="4">
              <a:lnSpc>
                <a:spcPct val="80000"/>
              </a:lnSpc>
              <a:spcBef>
                <a:spcPts val="0"/>
              </a:spcBef>
              <a:spcAft>
                <a:spcPts val="0"/>
              </a:spcAft>
              <a:buSzPts val="1500"/>
              <a:buFont typeface="Space Grotesk"/>
              <a:buNone/>
              <a:defRPr sz="1500">
                <a:highlight>
                  <a:schemeClr val="accent4"/>
                </a:highlight>
              </a:defRPr>
            </a:lvl5pPr>
            <a:lvl6pPr lvl="5">
              <a:lnSpc>
                <a:spcPct val="80000"/>
              </a:lnSpc>
              <a:spcBef>
                <a:spcPts val="0"/>
              </a:spcBef>
              <a:spcAft>
                <a:spcPts val="0"/>
              </a:spcAft>
              <a:buSzPts val="1500"/>
              <a:buFont typeface="Space Grotesk"/>
              <a:buNone/>
              <a:defRPr sz="1500">
                <a:highlight>
                  <a:schemeClr val="accent4"/>
                </a:highlight>
              </a:defRPr>
            </a:lvl6pPr>
            <a:lvl7pPr lvl="6">
              <a:lnSpc>
                <a:spcPct val="80000"/>
              </a:lnSpc>
              <a:spcBef>
                <a:spcPts val="0"/>
              </a:spcBef>
              <a:spcAft>
                <a:spcPts val="0"/>
              </a:spcAft>
              <a:buSzPts val="1500"/>
              <a:buFont typeface="Space Grotesk"/>
              <a:buNone/>
              <a:defRPr sz="1500">
                <a:highlight>
                  <a:schemeClr val="accent4"/>
                </a:highlight>
              </a:defRPr>
            </a:lvl7pPr>
            <a:lvl8pPr lvl="7">
              <a:lnSpc>
                <a:spcPct val="80000"/>
              </a:lnSpc>
              <a:spcBef>
                <a:spcPts val="0"/>
              </a:spcBef>
              <a:spcAft>
                <a:spcPts val="0"/>
              </a:spcAft>
              <a:buSzPts val="1500"/>
              <a:buFont typeface="Space Grotesk"/>
              <a:buNone/>
              <a:defRPr sz="1500">
                <a:highlight>
                  <a:schemeClr val="accent4"/>
                </a:highlight>
              </a:defRPr>
            </a:lvl8pPr>
            <a:lvl9pPr lvl="8">
              <a:lnSpc>
                <a:spcPct val="80000"/>
              </a:lnSpc>
              <a:spcBef>
                <a:spcPts val="0"/>
              </a:spcBef>
              <a:spcAft>
                <a:spcPts val="0"/>
              </a:spcAft>
              <a:buSzPts val="1500"/>
              <a:buFont typeface="Space Grotesk"/>
              <a:buNone/>
              <a:defRPr sz="1500">
                <a:highlight>
                  <a:schemeClr val="accent4"/>
                </a:highlight>
              </a:defRPr>
            </a:lvl9pPr>
          </a:lstStyle>
          <a:p/>
        </p:txBody>
      </p:sp>
      <p:sp>
        <p:nvSpPr>
          <p:cNvPr id="292" name="Google Shape;292;p17"/>
          <p:cNvSpPr txBox="1"/>
          <p:nvPr>
            <p:ph idx="5" type="subTitle"/>
          </p:nvPr>
        </p:nvSpPr>
        <p:spPr>
          <a:xfrm>
            <a:off x="3135975" y="4097621"/>
            <a:ext cx="2781000" cy="3540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500"/>
              <a:buFont typeface="Space Grotesk"/>
              <a:buNone/>
              <a:defRPr sz="1500">
                <a:highlight>
                  <a:schemeClr val="accent5"/>
                </a:highlight>
              </a:defRPr>
            </a:lvl1pPr>
            <a:lvl2pPr lvl="1">
              <a:lnSpc>
                <a:spcPct val="80000"/>
              </a:lnSpc>
              <a:spcBef>
                <a:spcPts val="0"/>
              </a:spcBef>
              <a:spcAft>
                <a:spcPts val="0"/>
              </a:spcAft>
              <a:buSzPts val="1500"/>
              <a:buFont typeface="Space Grotesk"/>
              <a:buNone/>
              <a:defRPr sz="1500"/>
            </a:lvl2pPr>
            <a:lvl3pPr lvl="2">
              <a:lnSpc>
                <a:spcPct val="80000"/>
              </a:lnSpc>
              <a:spcBef>
                <a:spcPts val="0"/>
              </a:spcBef>
              <a:spcAft>
                <a:spcPts val="0"/>
              </a:spcAft>
              <a:buSzPts val="1500"/>
              <a:buFont typeface="Space Grotesk"/>
              <a:buNone/>
              <a:defRPr sz="1500"/>
            </a:lvl3pPr>
            <a:lvl4pPr lvl="3">
              <a:lnSpc>
                <a:spcPct val="80000"/>
              </a:lnSpc>
              <a:spcBef>
                <a:spcPts val="0"/>
              </a:spcBef>
              <a:spcAft>
                <a:spcPts val="0"/>
              </a:spcAft>
              <a:buSzPts val="1500"/>
              <a:buFont typeface="Space Grotesk"/>
              <a:buNone/>
              <a:defRPr sz="1500"/>
            </a:lvl4pPr>
            <a:lvl5pPr lvl="4">
              <a:lnSpc>
                <a:spcPct val="80000"/>
              </a:lnSpc>
              <a:spcBef>
                <a:spcPts val="0"/>
              </a:spcBef>
              <a:spcAft>
                <a:spcPts val="0"/>
              </a:spcAft>
              <a:buSzPts val="1500"/>
              <a:buFont typeface="Space Grotesk"/>
              <a:buNone/>
              <a:defRPr sz="1500"/>
            </a:lvl5pPr>
            <a:lvl6pPr lvl="5">
              <a:lnSpc>
                <a:spcPct val="80000"/>
              </a:lnSpc>
              <a:spcBef>
                <a:spcPts val="0"/>
              </a:spcBef>
              <a:spcAft>
                <a:spcPts val="0"/>
              </a:spcAft>
              <a:buSzPts val="1500"/>
              <a:buFont typeface="Space Grotesk"/>
              <a:buNone/>
              <a:defRPr sz="1500"/>
            </a:lvl6pPr>
            <a:lvl7pPr lvl="6">
              <a:lnSpc>
                <a:spcPct val="80000"/>
              </a:lnSpc>
              <a:spcBef>
                <a:spcPts val="0"/>
              </a:spcBef>
              <a:spcAft>
                <a:spcPts val="0"/>
              </a:spcAft>
              <a:buSzPts val="1500"/>
              <a:buFont typeface="Space Grotesk"/>
              <a:buNone/>
              <a:defRPr sz="1500"/>
            </a:lvl7pPr>
            <a:lvl8pPr lvl="7">
              <a:lnSpc>
                <a:spcPct val="80000"/>
              </a:lnSpc>
              <a:spcBef>
                <a:spcPts val="0"/>
              </a:spcBef>
              <a:spcAft>
                <a:spcPts val="0"/>
              </a:spcAft>
              <a:buSzPts val="1500"/>
              <a:buFont typeface="Space Grotesk"/>
              <a:buNone/>
              <a:defRPr sz="1500"/>
            </a:lvl8pPr>
            <a:lvl9pPr lvl="8">
              <a:lnSpc>
                <a:spcPct val="80000"/>
              </a:lnSpc>
              <a:spcBef>
                <a:spcPts val="0"/>
              </a:spcBef>
              <a:spcAft>
                <a:spcPts val="0"/>
              </a:spcAft>
              <a:buSzPts val="1500"/>
              <a:buFont typeface="Space Grotesk"/>
              <a:buNone/>
              <a:defRPr sz="1500"/>
            </a:lvl9pPr>
          </a:lstStyle>
          <a:p/>
        </p:txBody>
      </p:sp>
      <p:sp>
        <p:nvSpPr>
          <p:cNvPr id="293" name="Google Shape;293;p17"/>
          <p:cNvSpPr txBox="1"/>
          <p:nvPr>
            <p:ph type="title"/>
          </p:nvPr>
        </p:nvSpPr>
        <p:spPr>
          <a:xfrm>
            <a:off x="237641" y="203879"/>
            <a:ext cx="6480300" cy="212400"/>
          </a:xfrm>
          <a:prstGeom prst="rect">
            <a:avLst/>
          </a:prstGeom>
        </p:spPr>
        <p:txBody>
          <a:bodyPr anchorCtr="0" anchor="t" bIns="0" lIns="0" spcFirstLastPara="1" rIns="0" wrap="square" tIns="0">
            <a:spAutoFit/>
          </a:bodyPr>
          <a:lstStyle>
            <a:lvl1pPr lvl="0">
              <a:spcBef>
                <a:spcPts val="0"/>
              </a:spcBef>
              <a:spcAft>
                <a:spcPts val="0"/>
              </a:spcAft>
              <a:buSzPts val="2800"/>
              <a:buNone/>
              <a:defRPr sz="1500"/>
            </a:lvl1pPr>
            <a:lvl2pPr lvl="1">
              <a:lnSpc>
                <a:spcPct val="115000"/>
              </a:lnSpc>
              <a:spcBef>
                <a:spcPts val="0"/>
              </a:spcBef>
              <a:spcAft>
                <a:spcPts val="0"/>
              </a:spcAft>
              <a:buSzPts val="2800"/>
              <a:buNone/>
              <a:defRPr sz="3000">
                <a:latin typeface="Arial"/>
                <a:ea typeface="Arial"/>
                <a:cs typeface="Arial"/>
                <a:sym typeface="Arial"/>
              </a:defRPr>
            </a:lvl2pPr>
            <a:lvl3pPr lvl="2">
              <a:lnSpc>
                <a:spcPct val="115000"/>
              </a:lnSpc>
              <a:spcBef>
                <a:spcPts val="0"/>
              </a:spcBef>
              <a:spcAft>
                <a:spcPts val="0"/>
              </a:spcAft>
              <a:buSzPts val="2800"/>
              <a:buNone/>
              <a:defRPr sz="3000">
                <a:latin typeface="Arial"/>
                <a:ea typeface="Arial"/>
                <a:cs typeface="Arial"/>
                <a:sym typeface="Arial"/>
              </a:defRPr>
            </a:lvl3pPr>
            <a:lvl4pPr lvl="3">
              <a:lnSpc>
                <a:spcPct val="115000"/>
              </a:lnSpc>
              <a:spcBef>
                <a:spcPts val="0"/>
              </a:spcBef>
              <a:spcAft>
                <a:spcPts val="0"/>
              </a:spcAft>
              <a:buSzPts val="2800"/>
              <a:buNone/>
              <a:defRPr sz="3000">
                <a:latin typeface="Arial"/>
                <a:ea typeface="Arial"/>
                <a:cs typeface="Arial"/>
                <a:sym typeface="Arial"/>
              </a:defRPr>
            </a:lvl4pPr>
            <a:lvl5pPr lvl="4">
              <a:lnSpc>
                <a:spcPct val="115000"/>
              </a:lnSpc>
              <a:spcBef>
                <a:spcPts val="0"/>
              </a:spcBef>
              <a:spcAft>
                <a:spcPts val="0"/>
              </a:spcAft>
              <a:buSzPts val="2800"/>
              <a:buNone/>
              <a:defRPr sz="3000">
                <a:latin typeface="Arial"/>
                <a:ea typeface="Arial"/>
                <a:cs typeface="Arial"/>
                <a:sym typeface="Arial"/>
              </a:defRPr>
            </a:lvl5pPr>
            <a:lvl6pPr lvl="5">
              <a:lnSpc>
                <a:spcPct val="115000"/>
              </a:lnSpc>
              <a:spcBef>
                <a:spcPts val="0"/>
              </a:spcBef>
              <a:spcAft>
                <a:spcPts val="0"/>
              </a:spcAft>
              <a:buSzPts val="2800"/>
              <a:buNone/>
              <a:defRPr sz="3000">
                <a:latin typeface="Arial"/>
                <a:ea typeface="Arial"/>
                <a:cs typeface="Arial"/>
                <a:sym typeface="Arial"/>
              </a:defRPr>
            </a:lvl6pPr>
            <a:lvl7pPr lvl="6">
              <a:lnSpc>
                <a:spcPct val="115000"/>
              </a:lnSpc>
              <a:spcBef>
                <a:spcPts val="0"/>
              </a:spcBef>
              <a:spcAft>
                <a:spcPts val="0"/>
              </a:spcAft>
              <a:buSzPts val="2800"/>
              <a:buNone/>
              <a:defRPr sz="3000">
                <a:latin typeface="Arial"/>
                <a:ea typeface="Arial"/>
                <a:cs typeface="Arial"/>
                <a:sym typeface="Arial"/>
              </a:defRPr>
            </a:lvl7pPr>
            <a:lvl8pPr lvl="7">
              <a:lnSpc>
                <a:spcPct val="115000"/>
              </a:lnSpc>
              <a:spcBef>
                <a:spcPts val="0"/>
              </a:spcBef>
              <a:spcAft>
                <a:spcPts val="0"/>
              </a:spcAft>
              <a:buSzPts val="2800"/>
              <a:buNone/>
              <a:defRPr sz="3000">
                <a:latin typeface="Arial"/>
                <a:ea typeface="Arial"/>
                <a:cs typeface="Arial"/>
                <a:sym typeface="Arial"/>
              </a:defRPr>
            </a:lvl8pPr>
            <a:lvl9pPr lvl="8">
              <a:lnSpc>
                <a:spcPct val="115000"/>
              </a:lnSpc>
              <a:spcBef>
                <a:spcPts val="0"/>
              </a:spcBef>
              <a:spcAft>
                <a:spcPts val="0"/>
              </a:spcAft>
              <a:buSzPts val="2800"/>
              <a:buNone/>
              <a:defRPr sz="3000">
                <a:latin typeface="Arial"/>
                <a:ea typeface="Arial"/>
                <a:cs typeface="Arial"/>
                <a:sym typeface="Arial"/>
              </a:defRPr>
            </a:lvl9pPr>
          </a:lstStyle>
          <a:p/>
        </p:txBody>
      </p:sp>
      <p:sp>
        <p:nvSpPr>
          <p:cNvPr id="294" name="Google Shape;294;p17"/>
          <p:cNvSpPr txBox="1"/>
          <p:nvPr>
            <p:ph idx="6" type="subTitle"/>
          </p:nvPr>
        </p:nvSpPr>
        <p:spPr>
          <a:xfrm>
            <a:off x="246850" y="3513916"/>
            <a:ext cx="27930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295" name="Google Shape;295;p17"/>
          <p:cNvSpPr txBox="1"/>
          <p:nvPr>
            <p:ph idx="7" type="subTitle"/>
          </p:nvPr>
        </p:nvSpPr>
        <p:spPr>
          <a:xfrm>
            <a:off x="246850" y="3676931"/>
            <a:ext cx="26958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p:txBody>
      </p:sp>
      <p:sp>
        <p:nvSpPr>
          <p:cNvPr id="296" name="Google Shape;296;p17"/>
          <p:cNvSpPr txBox="1"/>
          <p:nvPr>
            <p:ph idx="8" type="subTitle"/>
          </p:nvPr>
        </p:nvSpPr>
        <p:spPr>
          <a:xfrm>
            <a:off x="246850" y="4098291"/>
            <a:ext cx="27930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297" name="Google Shape;297;p17"/>
          <p:cNvSpPr txBox="1"/>
          <p:nvPr>
            <p:ph idx="9" type="subTitle"/>
          </p:nvPr>
        </p:nvSpPr>
        <p:spPr>
          <a:xfrm>
            <a:off x="246850" y="4261306"/>
            <a:ext cx="26958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p:txBody>
      </p:sp>
      <p:sp>
        <p:nvSpPr>
          <p:cNvPr id="298" name="Google Shape;298;p17"/>
          <p:cNvSpPr txBox="1"/>
          <p:nvPr>
            <p:ph idx="13" type="subTitle"/>
          </p:nvPr>
        </p:nvSpPr>
        <p:spPr>
          <a:xfrm>
            <a:off x="3135975" y="2938475"/>
            <a:ext cx="27930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299" name="Google Shape;299;p17"/>
          <p:cNvSpPr txBox="1"/>
          <p:nvPr>
            <p:ph idx="14" type="subTitle"/>
          </p:nvPr>
        </p:nvSpPr>
        <p:spPr>
          <a:xfrm>
            <a:off x="3135975" y="3101490"/>
            <a:ext cx="26958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p:txBody>
      </p:sp>
      <p:sp>
        <p:nvSpPr>
          <p:cNvPr id="300" name="Google Shape;300;p17"/>
          <p:cNvSpPr txBox="1"/>
          <p:nvPr>
            <p:ph idx="15" type="subTitle"/>
          </p:nvPr>
        </p:nvSpPr>
        <p:spPr>
          <a:xfrm>
            <a:off x="3135975" y="3513916"/>
            <a:ext cx="27930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301" name="Google Shape;301;p17"/>
          <p:cNvSpPr txBox="1"/>
          <p:nvPr>
            <p:ph idx="16" type="subTitle"/>
          </p:nvPr>
        </p:nvSpPr>
        <p:spPr>
          <a:xfrm>
            <a:off x="3135975" y="3676931"/>
            <a:ext cx="26958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p:txBody>
      </p:sp>
      <p:sp>
        <p:nvSpPr>
          <p:cNvPr id="302" name="Google Shape;302;p17"/>
          <p:cNvSpPr txBox="1"/>
          <p:nvPr>
            <p:ph idx="17" type="subTitle"/>
          </p:nvPr>
        </p:nvSpPr>
        <p:spPr>
          <a:xfrm>
            <a:off x="3135975" y="4546391"/>
            <a:ext cx="27930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303" name="Google Shape;303;p17"/>
          <p:cNvSpPr txBox="1"/>
          <p:nvPr>
            <p:ph idx="18" type="subTitle"/>
          </p:nvPr>
        </p:nvSpPr>
        <p:spPr>
          <a:xfrm>
            <a:off x="3135975" y="4709406"/>
            <a:ext cx="26958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p:txBody>
      </p:sp>
    </p:spTree>
  </p:cSld>
  <p:clrMapOvr>
    <a:masterClrMapping/>
  </p:clrMapOvr>
  <p:extLst>
    <p:ext uri="{DCECCB84-F9BA-43D5-87BE-67443E8EF086}">
      <p15:sldGuideLst>
        <p15:guide id="1" orient="horz" pos="468">
          <p15:clr>
            <a:srgbClr val="E46962"/>
          </p15:clr>
        </p15:guide>
        <p15:guide id="2" orient="horz" pos="3081">
          <p15:clr>
            <a:srgbClr val="E46962"/>
          </p15:clr>
        </p15:guide>
        <p15:guide id="3" pos="454">
          <p15:clr>
            <a:srgbClr val="E46962"/>
          </p15:clr>
        </p15:guide>
        <p15:guide id="4" pos="5601">
          <p15:clr>
            <a:srgbClr val="E46962"/>
          </p15:clr>
        </p15:guide>
        <p15:guide id="5" pos="5292">
          <p15:clr>
            <a:srgbClr val="E46962"/>
          </p15:clr>
        </p15:guide>
        <p15:guide id="6" pos="159">
          <p15:clr>
            <a:srgbClr val="E46962"/>
          </p15:clr>
        </p15:guide>
        <p15:guide id="7" orient="horz" pos="159">
          <p15:clr>
            <a:srgbClr val="E46962"/>
          </p15:clr>
        </p15:guide>
        <p15:guide id="8" orient="horz" pos="2772">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BLANK_1_1_1_1_1_1_1_1_1_1_1_1_1_1_1_1_2_1_1">
    <p:spTree>
      <p:nvGrpSpPr>
        <p:cNvPr id="304" name="Shape 304"/>
        <p:cNvGrpSpPr/>
        <p:nvPr/>
      </p:nvGrpSpPr>
      <p:grpSpPr>
        <a:xfrm>
          <a:off x="0" y="0"/>
          <a:ext cx="0" cy="0"/>
          <a:chOff x="0" y="0"/>
          <a:chExt cx="0" cy="0"/>
        </a:xfrm>
      </p:grpSpPr>
      <p:grpSp>
        <p:nvGrpSpPr>
          <p:cNvPr id="305" name="Google Shape;305;p18"/>
          <p:cNvGrpSpPr/>
          <p:nvPr/>
        </p:nvGrpSpPr>
        <p:grpSpPr>
          <a:xfrm>
            <a:off x="3343784" y="3174433"/>
            <a:ext cx="4804343" cy="1969075"/>
            <a:chOff x="4110075" y="3174500"/>
            <a:chExt cx="4385125" cy="2181075"/>
          </a:xfrm>
        </p:grpSpPr>
        <p:sp>
          <p:nvSpPr>
            <p:cNvPr id="306" name="Google Shape;306;p18"/>
            <p:cNvSpPr/>
            <p:nvPr/>
          </p:nvSpPr>
          <p:spPr>
            <a:xfrm>
              <a:off x="5326300" y="4270475"/>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07" name="Google Shape;307;p18"/>
            <p:cNvSpPr/>
            <p:nvPr/>
          </p:nvSpPr>
          <p:spPr>
            <a:xfrm>
              <a:off x="4707825" y="3698700"/>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08" name="Google Shape;308;p18"/>
            <p:cNvSpPr/>
            <p:nvPr/>
          </p:nvSpPr>
          <p:spPr>
            <a:xfrm>
              <a:off x="4110075" y="3174500"/>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grpSp>
      <p:grpSp>
        <p:nvGrpSpPr>
          <p:cNvPr id="309" name="Google Shape;309;p18"/>
          <p:cNvGrpSpPr/>
          <p:nvPr/>
        </p:nvGrpSpPr>
        <p:grpSpPr>
          <a:xfrm>
            <a:off x="4340393" y="1752191"/>
            <a:ext cx="4804343" cy="1969075"/>
            <a:chOff x="4110075" y="3174500"/>
            <a:chExt cx="4385125" cy="2181075"/>
          </a:xfrm>
        </p:grpSpPr>
        <p:sp>
          <p:nvSpPr>
            <p:cNvPr id="310" name="Google Shape;310;p18"/>
            <p:cNvSpPr/>
            <p:nvPr/>
          </p:nvSpPr>
          <p:spPr>
            <a:xfrm>
              <a:off x="5326300" y="4270475"/>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311" name="Google Shape;311;p18"/>
            <p:cNvSpPr/>
            <p:nvPr/>
          </p:nvSpPr>
          <p:spPr>
            <a:xfrm>
              <a:off x="4707825" y="3698700"/>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312" name="Google Shape;312;p18"/>
            <p:cNvSpPr/>
            <p:nvPr/>
          </p:nvSpPr>
          <p:spPr>
            <a:xfrm>
              <a:off x="4110075" y="3174500"/>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grpSp>
        <p:nvGrpSpPr>
          <p:cNvPr id="313" name="Google Shape;313;p18"/>
          <p:cNvGrpSpPr/>
          <p:nvPr/>
        </p:nvGrpSpPr>
        <p:grpSpPr>
          <a:xfrm>
            <a:off x="4790942" y="0"/>
            <a:ext cx="4353074" cy="2254435"/>
            <a:chOff x="5469800" y="-26200"/>
            <a:chExt cx="3674100" cy="2368850"/>
          </a:xfrm>
        </p:grpSpPr>
        <p:sp>
          <p:nvSpPr>
            <p:cNvPr id="314" name="Google Shape;314;p18"/>
            <p:cNvSpPr/>
            <p:nvPr/>
          </p:nvSpPr>
          <p:spPr>
            <a:xfrm>
              <a:off x="5701100" y="1018750"/>
              <a:ext cx="3442800" cy="1323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315" name="Google Shape;315;p18"/>
            <p:cNvSpPr/>
            <p:nvPr/>
          </p:nvSpPr>
          <p:spPr>
            <a:xfrm>
              <a:off x="5469800" y="-26200"/>
              <a:ext cx="3674100" cy="19446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grpSp>
        <p:nvGrpSpPr>
          <p:cNvPr id="316" name="Google Shape;316;p18"/>
          <p:cNvGrpSpPr/>
          <p:nvPr/>
        </p:nvGrpSpPr>
        <p:grpSpPr>
          <a:xfrm>
            <a:off x="4340407" y="3174433"/>
            <a:ext cx="4804343" cy="1969075"/>
            <a:chOff x="4110075" y="3174500"/>
            <a:chExt cx="4385125" cy="2181075"/>
          </a:xfrm>
        </p:grpSpPr>
        <p:sp>
          <p:nvSpPr>
            <p:cNvPr id="317" name="Google Shape;317;p18"/>
            <p:cNvSpPr/>
            <p:nvPr/>
          </p:nvSpPr>
          <p:spPr>
            <a:xfrm>
              <a:off x="5326300" y="4270475"/>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318" name="Google Shape;318;p18"/>
            <p:cNvSpPr/>
            <p:nvPr/>
          </p:nvSpPr>
          <p:spPr>
            <a:xfrm>
              <a:off x="4707825" y="3698700"/>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319" name="Google Shape;319;p18"/>
            <p:cNvSpPr/>
            <p:nvPr/>
          </p:nvSpPr>
          <p:spPr>
            <a:xfrm>
              <a:off x="4110075" y="3174500"/>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320" name="Google Shape;320;p18"/>
          <p:cNvSpPr txBox="1"/>
          <p:nvPr>
            <p:ph idx="1" type="subTitle"/>
          </p:nvPr>
        </p:nvSpPr>
        <p:spPr>
          <a:xfrm>
            <a:off x="5619076" y="1752200"/>
            <a:ext cx="2247600" cy="5067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1500"/>
              <a:buNone/>
              <a:defRPr sz="1500"/>
            </a:lvl1pPr>
            <a:lvl2pPr lvl="1">
              <a:lnSpc>
                <a:spcPct val="80000"/>
              </a:lnSpc>
              <a:spcBef>
                <a:spcPts val="0"/>
              </a:spcBef>
              <a:spcAft>
                <a:spcPts val="0"/>
              </a:spcAft>
              <a:buSzPts val="1500"/>
              <a:buNone/>
              <a:defRPr sz="1500"/>
            </a:lvl2pPr>
            <a:lvl3pPr lvl="2">
              <a:lnSpc>
                <a:spcPct val="80000"/>
              </a:lnSpc>
              <a:spcBef>
                <a:spcPts val="0"/>
              </a:spcBef>
              <a:spcAft>
                <a:spcPts val="0"/>
              </a:spcAft>
              <a:buSzPts val="1500"/>
              <a:buNone/>
              <a:defRPr sz="1500"/>
            </a:lvl3pPr>
            <a:lvl4pPr lvl="3">
              <a:lnSpc>
                <a:spcPct val="80000"/>
              </a:lnSpc>
              <a:spcBef>
                <a:spcPts val="0"/>
              </a:spcBef>
              <a:spcAft>
                <a:spcPts val="0"/>
              </a:spcAft>
              <a:buSzPts val="1500"/>
              <a:buNone/>
              <a:defRPr sz="1500"/>
            </a:lvl4pPr>
            <a:lvl5pPr lvl="4">
              <a:lnSpc>
                <a:spcPct val="80000"/>
              </a:lnSpc>
              <a:spcBef>
                <a:spcPts val="0"/>
              </a:spcBef>
              <a:spcAft>
                <a:spcPts val="0"/>
              </a:spcAft>
              <a:buSzPts val="1500"/>
              <a:buNone/>
              <a:defRPr sz="1500"/>
            </a:lvl5pPr>
            <a:lvl6pPr lvl="5">
              <a:lnSpc>
                <a:spcPct val="80000"/>
              </a:lnSpc>
              <a:spcBef>
                <a:spcPts val="0"/>
              </a:spcBef>
              <a:spcAft>
                <a:spcPts val="0"/>
              </a:spcAft>
              <a:buSzPts val="1500"/>
              <a:buNone/>
              <a:defRPr sz="1500"/>
            </a:lvl6pPr>
            <a:lvl7pPr lvl="6">
              <a:lnSpc>
                <a:spcPct val="80000"/>
              </a:lnSpc>
              <a:spcBef>
                <a:spcPts val="0"/>
              </a:spcBef>
              <a:spcAft>
                <a:spcPts val="0"/>
              </a:spcAft>
              <a:buSzPts val="1500"/>
              <a:buNone/>
              <a:defRPr sz="1500"/>
            </a:lvl7pPr>
            <a:lvl8pPr lvl="7">
              <a:lnSpc>
                <a:spcPct val="80000"/>
              </a:lnSpc>
              <a:spcBef>
                <a:spcPts val="0"/>
              </a:spcBef>
              <a:spcAft>
                <a:spcPts val="0"/>
              </a:spcAft>
              <a:buSzPts val="1500"/>
              <a:buNone/>
              <a:defRPr sz="1500"/>
            </a:lvl8pPr>
            <a:lvl9pPr lvl="8">
              <a:lnSpc>
                <a:spcPct val="80000"/>
              </a:lnSpc>
              <a:spcBef>
                <a:spcPts val="0"/>
              </a:spcBef>
              <a:spcAft>
                <a:spcPts val="0"/>
              </a:spcAft>
              <a:buSzPts val="1500"/>
              <a:buNone/>
              <a:defRPr sz="1500"/>
            </a:lvl9pPr>
          </a:lstStyle>
          <a:p/>
        </p:txBody>
      </p:sp>
      <p:sp>
        <p:nvSpPr>
          <p:cNvPr id="321" name="Google Shape;321;p18"/>
          <p:cNvSpPr txBox="1"/>
          <p:nvPr>
            <p:ph idx="2" type="subTitle"/>
          </p:nvPr>
        </p:nvSpPr>
        <p:spPr>
          <a:xfrm>
            <a:off x="5619076" y="2971501"/>
            <a:ext cx="2291400" cy="4866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1500"/>
              <a:buNone/>
              <a:defRPr sz="1500"/>
            </a:lvl1pPr>
            <a:lvl2pPr lvl="1">
              <a:lnSpc>
                <a:spcPct val="80000"/>
              </a:lnSpc>
              <a:spcBef>
                <a:spcPts val="0"/>
              </a:spcBef>
              <a:spcAft>
                <a:spcPts val="0"/>
              </a:spcAft>
              <a:buSzPts val="1500"/>
              <a:buNone/>
              <a:defRPr sz="1500"/>
            </a:lvl2pPr>
            <a:lvl3pPr lvl="2">
              <a:lnSpc>
                <a:spcPct val="80000"/>
              </a:lnSpc>
              <a:spcBef>
                <a:spcPts val="0"/>
              </a:spcBef>
              <a:spcAft>
                <a:spcPts val="0"/>
              </a:spcAft>
              <a:buSzPts val="1500"/>
              <a:buNone/>
              <a:defRPr sz="1500"/>
            </a:lvl3pPr>
            <a:lvl4pPr lvl="3">
              <a:lnSpc>
                <a:spcPct val="80000"/>
              </a:lnSpc>
              <a:spcBef>
                <a:spcPts val="0"/>
              </a:spcBef>
              <a:spcAft>
                <a:spcPts val="0"/>
              </a:spcAft>
              <a:buSzPts val="1500"/>
              <a:buNone/>
              <a:defRPr sz="1500"/>
            </a:lvl4pPr>
            <a:lvl5pPr lvl="4">
              <a:lnSpc>
                <a:spcPct val="80000"/>
              </a:lnSpc>
              <a:spcBef>
                <a:spcPts val="0"/>
              </a:spcBef>
              <a:spcAft>
                <a:spcPts val="0"/>
              </a:spcAft>
              <a:buSzPts val="1500"/>
              <a:buNone/>
              <a:defRPr sz="1500"/>
            </a:lvl5pPr>
            <a:lvl6pPr lvl="5">
              <a:lnSpc>
                <a:spcPct val="80000"/>
              </a:lnSpc>
              <a:spcBef>
                <a:spcPts val="0"/>
              </a:spcBef>
              <a:spcAft>
                <a:spcPts val="0"/>
              </a:spcAft>
              <a:buSzPts val="1500"/>
              <a:buNone/>
              <a:defRPr sz="1500"/>
            </a:lvl6pPr>
            <a:lvl7pPr lvl="6">
              <a:lnSpc>
                <a:spcPct val="80000"/>
              </a:lnSpc>
              <a:spcBef>
                <a:spcPts val="0"/>
              </a:spcBef>
              <a:spcAft>
                <a:spcPts val="0"/>
              </a:spcAft>
              <a:buSzPts val="1500"/>
              <a:buNone/>
              <a:defRPr sz="1500"/>
            </a:lvl7pPr>
            <a:lvl8pPr lvl="7">
              <a:lnSpc>
                <a:spcPct val="80000"/>
              </a:lnSpc>
              <a:spcBef>
                <a:spcPts val="0"/>
              </a:spcBef>
              <a:spcAft>
                <a:spcPts val="0"/>
              </a:spcAft>
              <a:buSzPts val="1500"/>
              <a:buNone/>
              <a:defRPr sz="1500"/>
            </a:lvl8pPr>
            <a:lvl9pPr lvl="8">
              <a:lnSpc>
                <a:spcPct val="80000"/>
              </a:lnSpc>
              <a:spcBef>
                <a:spcPts val="0"/>
              </a:spcBef>
              <a:spcAft>
                <a:spcPts val="0"/>
              </a:spcAft>
              <a:buSzPts val="1500"/>
              <a:buNone/>
              <a:defRPr sz="1500"/>
            </a:lvl9pPr>
          </a:lstStyle>
          <a:p/>
        </p:txBody>
      </p:sp>
      <p:sp>
        <p:nvSpPr>
          <p:cNvPr id="322" name="Google Shape;322;p18"/>
          <p:cNvSpPr txBox="1"/>
          <p:nvPr>
            <p:ph idx="3" type="subTitle"/>
          </p:nvPr>
        </p:nvSpPr>
        <p:spPr>
          <a:xfrm>
            <a:off x="5619076" y="603850"/>
            <a:ext cx="2291400" cy="5067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1500"/>
              <a:buNone/>
              <a:defRPr sz="1500"/>
            </a:lvl1pPr>
            <a:lvl2pPr lvl="1">
              <a:lnSpc>
                <a:spcPct val="80000"/>
              </a:lnSpc>
              <a:spcBef>
                <a:spcPts val="0"/>
              </a:spcBef>
              <a:spcAft>
                <a:spcPts val="0"/>
              </a:spcAft>
              <a:buSzPts val="1500"/>
              <a:buNone/>
              <a:defRPr sz="1500"/>
            </a:lvl2pPr>
            <a:lvl3pPr lvl="2">
              <a:lnSpc>
                <a:spcPct val="80000"/>
              </a:lnSpc>
              <a:spcBef>
                <a:spcPts val="0"/>
              </a:spcBef>
              <a:spcAft>
                <a:spcPts val="0"/>
              </a:spcAft>
              <a:buSzPts val="1500"/>
              <a:buNone/>
              <a:defRPr sz="1500"/>
            </a:lvl3pPr>
            <a:lvl4pPr lvl="3">
              <a:lnSpc>
                <a:spcPct val="80000"/>
              </a:lnSpc>
              <a:spcBef>
                <a:spcPts val="0"/>
              </a:spcBef>
              <a:spcAft>
                <a:spcPts val="0"/>
              </a:spcAft>
              <a:buSzPts val="1500"/>
              <a:buNone/>
              <a:defRPr sz="1500"/>
            </a:lvl4pPr>
            <a:lvl5pPr lvl="4">
              <a:lnSpc>
                <a:spcPct val="80000"/>
              </a:lnSpc>
              <a:spcBef>
                <a:spcPts val="0"/>
              </a:spcBef>
              <a:spcAft>
                <a:spcPts val="0"/>
              </a:spcAft>
              <a:buSzPts val="1500"/>
              <a:buNone/>
              <a:defRPr sz="1500"/>
            </a:lvl5pPr>
            <a:lvl6pPr lvl="5">
              <a:lnSpc>
                <a:spcPct val="80000"/>
              </a:lnSpc>
              <a:spcBef>
                <a:spcPts val="0"/>
              </a:spcBef>
              <a:spcAft>
                <a:spcPts val="0"/>
              </a:spcAft>
              <a:buSzPts val="1500"/>
              <a:buNone/>
              <a:defRPr sz="1500"/>
            </a:lvl6pPr>
            <a:lvl7pPr lvl="6">
              <a:lnSpc>
                <a:spcPct val="80000"/>
              </a:lnSpc>
              <a:spcBef>
                <a:spcPts val="0"/>
              </a:spcBef>
              <a:spcAft>
                <a:spcPts val="0"/>
              </a:spcAft>
              <a:buSzPts val="1500"/>
              <a:buNone/>
              <a:defRPr sz="1500"/>
            </a:lvl7pPr>
            <a:lvl8pPr lvl="7">
              <a:lnSpc>
                <a:spcPct val="80000"/>
              </a:lnSpc>
              <a:spcBef>
                <a:spcPts val="0"/>
              </a:spcBef>
              <a:spcAft>
                <a:spcPts val="0"/>
              </a:spcAft>
              <a:buSzPts val="1500"/>
              <a:buNone/>
              <a:defRPr sz="1500"/>
            </a:lvl8pPr>
            <a:lvl9pPr lvl="8">
              <a:lnSpc>
                <a:spcPct val="80000"/>
              </a:lnSpc>
              <a:spcBef>
                <a:spcPts val="0"/>
              </a:spcBef>
              <a:spcAft>
                <a:spcPts val="0"/>
              </a:spcAft>
              <a:buSzPts val="1500"/>
              <a:buNone/>
              <a:defRPr sz="1500"/>
            </a:lvl9pPr>
          </a:lstStyle>
          <a:p/>
        </p:txBody>
      </p:sp>
      <p:sp>
        <p:nvSpPr>
          <p:cNvPr id="323" name="Google Shape;323;p18"/>
          <p:cNvSpPr txBox="1"/>
          <p:nvPr>
            <p:ph idx="4" type="subTitle"/>
          </p:nvPr>
        </p:nvSpPr>
        <p:spPr>
          <a:xfrm>
            <a:off x="5619076" y="2339999"/>
            <a:ext cx="2436300" cy="4866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1pPr>
            <a:lvl2pPr lvl="1">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2pPr>
            <a:lvl3pPr lvl="2">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3pPr>
            <a:lvl4pPr lvl="3">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4pPr>
            <a:lvl5pPr lvl="4">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5pPr>
            <a:lvl6pPr lvl="5">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6pPr>
            <a:lvl7pPr lvl="6">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7pPr>
            <a:lvl8pPr lvl="7">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8pPr>
            <a:lvl9pPr lvl="8">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9pPr>
          </a:lstStyle>
          <a:p/>
        </p:txBody>
      </p:sp>
      <p:sp>
        <p:nvSpPr>
          <p:cNvPr id="324" name="Google Shape;324;p18"/>
          <p:cNvSpPr txBox="1"/>
          <p:nvPr>
            <p:ph idx="5" type="subTitle"/>
          </p:nvPr>
        </p:nvSpPr>
        <p:spPr>
          <a:xfrm>
            <a:off x="5619076" y="1179625"/>
            <a:ext cx="2436300" cy="4866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1pPr>
            <a:lvl2pPr lvl="1">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2pPr>
            <a:lvl3pPr lvl="2">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3pPr>
            <a:lvl4pPr lvl="3">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4pPr>
            <a:lvl5pPr lvl="4">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5pPr>
            <a:lvl6pPr lvl="5">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6pPr>
            <a:lvl7pPr lvl="6">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7pPr>
            <a:lvl8pPr lvl="7">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8pPr>
            <a:lvl9pPr lvl="8">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9pPr>
          </a:lstStyle>
          <a:p/>
        </p:txBody>
      </p:sp>
      <p:sp>
        <p:nvSpPr>
          <p:cNvPr id="325" name="Google Shape;325;p18"/>
          <p:cNvSpPr txBox="1"/>
          <p:nvPr>
            <p:ph idx="6" type="subTitle"/>
          </p:nvPr>
        </p:nvSpPr>
        <p:spPr>
          <a:xfrm>
            <a:off x="5619076" y="3518350"/>
            <a:ext cx="2436300" cy="4866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1pPr>
            <a:lvl2pPr lvl="1">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2pPr>
            <a:lvl3pPr lvl="2">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3pPr>
            <a:lvl4pPr lvl="3">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4pPr>
            <a:lvl5pPr lvl="4">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5pPr>
            <a:lvl6pPr lvl="5">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6pPr>
            <a:lvl7pPr lvl="6">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7pPr>
            <a:lvl8pPr lvl="7">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8pPr>
            <a:lvl9pPr lvl="8">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9pPr>
          </a:lstStyle>
          <a:p/>
        </p:txBody>
      </p:sp>
      <p:sp>
        <p:nvSpPr>
          <p:cNvPr id="326" name="Google Shape;326;p18"/>
          <p:cNvSpPr txBox="1"/>
          <p:nvPr>
            <p:ph type="title"/>
          </p:nvPr>
        </p:nvSpPr>
        <p:spPr>
          <a:xfrm>
            <a:off x="743700" y="743700"/>
            <a:ext cx="4686000" cy="1836900"/>
          </a:xfrm>
          <a:prstGeom prst="rect">
            <a:avLst/>
          </a:prstGeom>
        </p:spPr>
        <p:txBody>
          <a:bodyPr anchorCtr="0" anchor="t" bIns="0" lIns="0" spcFirstLastPara="1" rIns="0" wrap="square" tIns="0">
            <a:noAutofit/>
          </a:bodyPr>
          <a:lstStyle>
            <a:lvl1pPr lvl="0">
              <a:lnSpc>
                <a:spcPct val="80000"/>
              </a:lnSpc>
              <a:spcBef>
                <a:spcPts val="0"/>
              </a:spcBef>
              <a:spcAft>
                <a:spcPts val="0"/>
              </a:spcAft>
              <a:buSzPts val="2800"/>
              <a:buNone/>
              <a:defRPr sz="7700">
                <a:latin typeface="Space Grotesk"/>
                <a:ea typeface="Space Grotesk"/>
                <a:cs typeface="Space Grotesk"/>
                <a:sym typeface="Space Grotesk"/>
              </a:defRPr>
            </a:lvl1pPr>
            <a:lvl2pPr lvl="1">
              <a:lnSpc>
                <a:spcPct val="115000"/>
              </a:lnSpc>
              <a:spcBef>
                <a:spcPts val="0"/>
              </a:spcBef>
              <a:spcAft>
                <a:spcPts val="0"/>
              </a:spcAft>
              <a:buSzPts val="2800"/>
              <a:buNone/>
              <a:defRPr sz="3900"/>
            </a:lvl2pPr>
            <a:lvl3pPr lvl="2">
              <a:lnSpc>
                <a:spcPct val="115000"/>
              </a:lnSpc>
              <a:spcBef>
                <a:spcPts val="0"/>
              </a:spcBef>
              <a:spcAft>
                <a:spcPts val="0"/>
              </a:spcAft>
              <a:buSzPts val="2800"/>
              <a:buNone/>
              <a:defRPr sz="3900"/>
            </a:lvl3pPr>
            <a:lvl4pPr lvl="3">
              <a:lnSpc>
                <a:spcPct val="115000"/>
              </a:lnSpc>
              <a:spcBef>
                <a:spcPts val="0"/>
              </a:spcBef>
              <a:spcAft>
                <a:spcPts val="0"/>
              </a:spcAft>
              <a:buSzPts val="2800"/>
              <a:buNone/>
              <a:defRPr sz="3900"/>
            </a:lvl4pPr>
            <a:lvl5pPr lvl="4">
              <a:lnSpc>
                <a:spcPct val="115000"/>
              </a:lnSpc>
              <a:spcBef>
                <a:spcPts val="0"/>
              </a:spcBef>
              <a:spcAft>
                <a:spcPts val="0"/>
              </a:spcAft>
              <a:buSzPts val="2800"/>
              <a:buNone/>
              <a:defRPr sz="3900"/>
            </a:lvl5pPr>
            <a:lvl6pPr lvl="5">
              <a:lnSpc>
                <a:spcPct val="115000"/>
              </a:lnSpc>
              <a:spcBef>
                <a:spcPts val="0"/>
              </a:spcBef>
              <a:spcAft>
                <a:spcPts val="0"/>
              </a:spcAft>
              <a:buSzPts val="2800"/>
              <a:buNone/>
              <a:defRPr sz="3900"/>
            </a:lvl6pPr>
            <a:lvl7pPr lvl="6">
              <a:lnSpc>
                <a:spcPct val="115000"/>
              </a:lnSpc>
              <a:spcBef>
                <a:spcPts val="0"/>
              </a:spcBef>
              <a:spcAft>
                <a:spcPts val="0"/>
              </a:spcAft>
              <a:buSzPts val="2800"/>
              <a:buNone/>
              <a:defRPr sz="3900"/>
            </a:lvl7pPr>
            <a:lvl8pPr lvl="7">
              <a:lnSpc>
                <a:spcPct val="115000"/>
              </a:lnSpc>
              <a:spcBef>
                <a:spcPts val="0"/>
              </a:spcBef>
              <a:spcAft>
                <a:spcPts val="0"/>
              </a:spcAft>
              <a:buSzPts val="2800"/>
              <a:buNone/>
              <a:defRPr sz="3900"/>
            </a:lvl8pPr>
            <a:lvl9pPr lvl="8">
              <a:lnSpc>
                <a:spcPct val="115000"/>
              </a:lnSpc>
              <a:spcBef>
                <a:spcPts val="0"/>
              </a:spcBef>
              <a:spcAft>
                <a:spcPts val="0"/>
              </a:spcAft>
              <a:buSzPts val="2800"/>
              <a:buNone/>
              <a:defRPr sz="3900"/>
            </a:lvl9pPr>
          </a:lstStyle>
          <a:p/>
        </p:txBody>
      </p:sp>
    </p:spTree>
  </p:cSld>
  <p:clrMapOvr>
    <a:masterClrMapping/>
  </p:clrMapOvr>
  <p:extLst>
    <p:ext uri="{DCECCB84-F9BA-43D5-87BE-67443E8EF086}">
      <p15:sldGuideLst>
        <p15:guide id="1" pos="468">
          <p15:clr>
            <a:srgbClr val="E46962"/>
          </p15:clr>
        </p15:guide>
        <p15:guide id="2" pos="5601">
          <p15:clr>
            <a:srgbClr val="E46962"/>
          </p15:clr>
        </p15:guide>
        <p15:guide id="3" orient="horz" pos="468">
          <p15:clr>
            <a:srgbClr val="E46962"/>
          </p15:clr>
        </p15:guide>
        <p15:guide id="4" orient="horz" pos="3081">
          <p15:clr>
            <a:srgbClr val="E46962"/>
          </p15:clr>
        </p15:guide>
        <p15:guide id="5" pos="5292">
          <p15:clr>
            <a:srgbClr val="E46962"/>
          </p15:clr>
        </p15:guide>
        <p15:guide id="6" pos="159">
          <p15:clr>
            <a:srgbClr val="E46962"/>
          </p15:clr>
        </p15:guide>
        <p15:guide id="7" orient="horz" pos="159">
          <p15:clr>
            <a:srgbClr val="E46962"/>
          </p15:clr>
        </p15:guide>
        <p15:guide id="8" orient="horz" pos="2772">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1">
  <p:cSld name="BLANK_1_1_1_1_1_1_2">
    <p:bg>
      <p:bgPr>
        <a:solidFill>
          <a:schemeClr val="accent2"/>
        </a:solidFill>
      </p:bgPr>
    </p:bg>
    <p:spTree>
      <p:nvGrpSpPr>
        <p:cNvPr id="327" name="Shape 327"/>
        <p:cNvGrpSpPr/>
        <p:nvPr/>
      </p:nvGrpSpPr>
      <p:grpSpPr>
        <a:xfrm>
          <a:off x="0" y="0"/>
          <a:ext cx="0" cy="0"/>
          <a:chOff x="0" y="0"/>
          <a:chExt cx="0" cy="0"/>
        </a:xfrm>
      </p:grpSpPr>
      <p:grpSp>
        <p:nvGrpSpPr>
          <p:cNvPr id="328" name="Google Shape;328;p19"/>
          <p:cNvGrpSpPr/>
          <p:nvPr/>
        </p:nvGrpSpPr>
        <p:grpSpPr>
          <a:xfrm>
            <a:off x="2337800" y="-3225"/>
            <a:ext cx="6806000" cy="5187625"/>
            <a:chOff x="2337800" y="-3225"/>
            <a:chExt cx="6806000" cy="5187625"/>
          </a:xfrm>
        </p:grpSpPr>
        <p:sp>
          <p:nvSpPr>
            <p:cNvPr id="329" name="Google Shape;329;p19"/>
            <p:cNvSpPr/>
            <p:nvPr/>
          </p:nvSpPr>
          <p:spPr>
            <a:xfrm>
              <a:off x="4521450" y="1439175"/>
              <a:ext cx="4018800" cy="9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Space Grotesk Medium"/>
                <a:ea typeface="Space Grotesk Medium"/>
                <a:cs typeface="Space Grotesk Medium"/>
                <a:sym typeface="Space Grotesk Medium"/>
              </a:endParaRPr>
            </a:p>
          </p:txBody>
        </p:sp>
        <p:sp>
          <p:nvSpPr>
            <p:cNvPr id="330" name="Google Shape;330;p19"/>
            <p:cNvSpPr/>
            <p:nvPr/>
          </p:nvSpPr>
          <p:spPr>
            <a:xfrm>
              <a:off x="3555075" y="2289675"/>
              <a:ext cx="3597000" cy="144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Space Grotesk Medium"/>
                <a:ea typeface="Space Grotesk Medium"/>
                <a:cs typeface="Space Grotesk Medium"/>
                <a:sym typeface="Space Grotesk Medium"/>
              </a:endParaRPr>
            </a:p>
          </p:txBody>
        </p:sp>
        <p:sp>
          <p:nvSpPr>
            <p:cNvPr id="331" name="Google Shape;331;p19"/>
            <p:cNvSpPr/>
            <p:nvPr/>
          </p:nvSpPr>
          <p:spPr>
            <a:xfrm>
              <a:off x="5626900" y="-3225"/>
              <a:ext cx="3516900" cy="1836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Space Grotesk Medium"/>
                <a:ea typeface="Space Grotesk Medium"/>
                <a:cs typeface="Space Grotesk Medium"/>
                <a:sym typeface="Space Grotesk Medium"/>
              </a:endParaRPr>
            </a:p>
          </p:txBody>
        </p:sp>
        <p:sp>
          <p:nvSpPr>
            <p:cNvPr id="332" name="Google Shape;332;p19"/>
            <p:cNvSpPr/>
            <p:nvPr/>
          </p:nvSpPr>
          <p:spPr>
            <a:xfrm>
              <a:off x="2337800" y="3695800"/>
              <a:ext cx="3597000" cy="1488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Space Grotesk Medium"/>
                <a:ea typeface="Space Grotesk Medium"/>
                <a:cs typeface="Space Grotesk Medium"/>
                <a:sym typeface="Space Grotesk Medium"/>
              </a:endParaRPr>
            </a:p>
          </p:txBody>
        </p:sp>
      </p:grpSp>
      <p:sp>
        <p:nvSpPr>
          <p:cNvPr id="333" name="Google Shape;333;p19"/>
          <p:cNvSpPr txBox="1"/>
          <p:nvPr>
            <p:ph type="title"/>
          </p:nvPr>
        </p:nvSpPr>
        <p:spPr>
          <a:xfrm>
            <a:off x="743700" y="743700"/>
            <a:ext cx="4299000" cy="1792500"/>
          </a:xfrm>
          <a:prstGeom prst="rect">
            <a:avLst/>
          </a:prstGeom>
        </p:spPr>
        <p:txBody>
          <a:bodyPr anchorCtr="0" anchor="t" bIns="0" lIns="0" spcFirstLastPara="1" rIns="0" wrap="square" tIns="0">
            <a:spAutoFit/>
          </a:bodyPr>
          <a:lstStyle>
            <a:lvl1pPr lvl="0">
              <a:lnSpc>
                <a:spcPct val="80000"/>
              </a:lnSpc>
              <a:spcBef>
                <a:spcPts val="0"/>
              </a:spcBef>
              <a:spcAft>
                <a:spcPts val="0"/>
              </a:spcAft>
              <a:buSzPts val="2800"/>
              <a:buNone/>
              <a:defRPr sz="7700">
                <a:latin typeface="Space Grotesk"/>
                <a:ea typeface="Space Grotesk"/>
                <a:cs typeface="Space Grotesk"/>
                <a:sym typeface="Space Grotesk"/>
              </a:defRPr>
            </a:lvl1pPr>
            <a:lvl2pPr lvl="1">
              <a:lnSpc>
                <a:spcPct val="115000"/>
              </a:lnSpc>
              <a:spcBef>
                <a:spcPts val="0"/>
              </a:spcBef>
              <a:spcAft>
                <a:spcPts val="0"/>
              </a:spcAft>
              <a:buSzPts val="2800"/>
              <a:buNone/>
              <a:defRPr sz="3900"/>
            </a:lvl2pPr>
            <a:lvl3pPr lvl="2">
              <a:lnSpc>
                <a:spcPct val="115000"/>
              </a:lnSpc>
              <a:spcBef>
                <a:spcPts val="0"/>
              </a:spcBef>
              <a:spcAft>
                <a:spcPts val="0"/>
              </a:spcAft>
              <a:buSzPts val="2800"/>
              <a:buNone/>
              <a:defRPr sz="3900"/>
            </a:lvl3pPr>
            <a:lvl4pPr lvl="3">
              <a:lnSpc>
                <a:spcPct val="115000"/>
              </a:lnSpc>
              <a:spcBef>
                <a:spcPts val="0"/>
              </a:spcBef>
              <a:spcAft>
                <a:spcPts val="0"/>
              </a:spcAft>
              <a:buSzPts val="2800"/>
              <a:buNone/>
              <a:defRPr sz="3900"/>
            </a:lvl4pPr>
            <a:lvl5pPr lvl="4">
              <a:lnSpc>
                <a:spcPct val="115000"/>
              </a:lnSpc>
              <a:spcBef>
                <a:spcPts val="0"/>
              </a:spcBef>
              <a:spcAft>
                <a:spcPts val="0"/>
              </a:spcAft>
              <a:buSzPts val="2800"/>
              <a:buNone/>
              <a:defRPr sz="3900"/>
            </a:lvl5pPr>
            <a:lvl6pPr lvl="5">
              <a:lnSpc>
                <a:spcPct val="115000"/>
              </a:lnSpc>
              <a:spcBef>
                <a:spcPts val="0"/>
              </a:spcBef>
              <a:spcAft>
                <a:spcPts val="0"/>
              </a:spcAft>
              <a:buSzPts val="2800"/>
              <a:buNone/>
              <a:defRPr sz="3900"/>
            </a:lvl6pPr>
            <a:lvl7pPr lvl="6">
              <a:lnSpc>
                <a:spcPct val="115000"/>
              </a:lnSpc>
              <a:spcBef>
                <a:spcPts val="0"/>
              </a:spcBef>
              <a:spcAft>
                <a:spcPts val="0"/>
              </a:spcAft>
              <a:buSzPts val="2800"/>
              <a:buNone/>
              <a:defRPr sz="3900"/>
            </a:lvl7pPr>
            <a:lvl8pPr lvl="7">
              <a:lnSpc>
                <a:spcPct val="115000"/>
              </a:lnSpc>
              <a:spcBef>
                <a:spcPts val="0"/>
              </a:spcBef>
              <a:spcAft>
                <a:spcPts val="0"/>
              </a:spcAft>
              <a:buSzPts val="2800"/>
              <a:buNone/>
              <a:defRPr sz="3900"/>
            </a:lvl8pPr>
            <a:lvl9pPr lvl="8">
              <a:lnSpc>
                <a:spcPct val="115000"/>
              </a:lnSpc>
              <a:spcBef>
                <a:spcPts val="0"/>
              </a:spcBef>
              <a:spcAft>
                <a:spcPts val="0"/>
              </a:spcAft>
              <a:buSzPts val="2800"/>
              <a:buNone/>
              <a:defRPr sz="3900"/>
            </a:lvl9pPr>
          </a:lstStyle>
          <a:p/>
        </p:txBody>
      </p:sp>
      <p:sp>
        <p:nvSpPr>
          <p:cNvPr id="334" name="Google Shape;334;p19"/>
          <p:cNvSpPr txBox="1"/>
          <p:nvPr>
            <p:ph idx="2" type="title"/>
          </p:nvPr>
        </p:nvSpPr>
        <p:spPr>
          <a:xfrm>
            <a:off x="3872475" y="2694025"/>
            <a:ext cx="2962200" cy="1705800"/>
          </a:xfrm>
          <a:prstGeom prst="rect">
            <a:avLst/>
          </a:prstGeom>
        </p:spPr>
        <p:txBody>
          <a:bodyPr anchorCtr="0" anchor="t" bIns="0" lIns="0" spcFirstLastPara="1" rIns="0" wrap="square" tIns="0">
            <a:noAutofit/>
          </a:bodyPr>
          <a:lstStyle>
            <a:lvl1pPr lvl="0">
              <a:spcBef>
                <a:spcPts val="0"/>
              </a:spcBef>
              <a:spcAft>
                <a:spcPts val="0"/>
              </a:spcAft>
              <a:buSzPts val="1500"/>
              <a:buFont typeface="Space Grotesk Medium"/>
              <a:buNone/>
              <a:defRPr sz="1500"/>
            </a:lvl1pPr>
            <a:lvl2pPr lvl="1">
              <a:spcBef>
                <a:spcPts val="0"/>
              </a:spcBef>
              <a:spcAft>
                <a:spcPts val="0"/>
              </a:spcAft>
              <a:buSzPts val="1500"/>
              <a:buFont typeface="Space Grotesk Medium"/>
              <a:buNone/>
              <a:defRPr sz="1500"/>
            </a:lvl2pPr>
            <a:lvl3pPr lvl="2">
              <a:spcBef>
                <a:spcPts val="0"/>
              </a:spcBef>
              <a:spcAft>
                <a:spcPts val="0"/>
              </a:spcAft>
              <a:buSzPts val="1500"/>
              <a:buFont typeface="Space Grotesk Medium"/>
              <a:buNone/>
              <a:defRPr sz="1500"/>
            </a:lvl3pPr>
            <a:lvl4pPr lvl="3">
              <a:spcBef>
                <a:spcPts val="0"/>
              </a:spcBef>
              <a:spcAft>
                <a:spcPts val="0"/>
              </a:spcAft>
              <a:buSzPts val="1500"/>
              <a:buFont typeface="Space Grotesk Medium"/>
              <a:buNone/>
              <a:defRPr sz="1500"/>
            </a:lvl4pPr>
            <a:lvl5pPr lvl="4">
              <a:spcBef>
                <a:spcPts val="0"/>
              </a:spcBef>
              <a:spcAft>
                <a:spcPts val="0"/>
              </a:spcAft>
              <a:buSzPts val="1500"/>
              <a:buFont typeface="Space Grotesk Medium"/>
              <a:buNone/>
              <a:defRPr sz="1500"/>
            </a:lvl5pPr>
            <a:lvl6pPr lvl="5">
              <a:spcBef>
                <a:spcPts val="0"/>
              </a:spcBef>
              <a:spcAft>
                <a:spcPts val="0"/>
              </a:spcAft>
              <a:buSzPts val="1500"/>
              <a:buFont typeface="Space Grotesk Medium"/>
              <a:buNone/>
              <a:defRPr sz="1500"/>
            </a:lvl6pPr>
            <a:lvl7pPr lvl="6">
              <a:spcBef>
                <a:spcPts val="0"/>
              </a:spcBef>
              <a:spcAft>
                <a:spcPts val="0"/>
              </a:spcAft>
              <a:buSzPts val="1500"/>
              <a:buFont typeface="Space Grotesk Medium"/>
              <a:buNone/>
              <a:defRPr sz="1500"/>
            </a:lvl7pPr>
            <a:lvl8pPr lvl="7">
              <a:spcBef>
                <a:spcPts val="0"/>
              </a:spcBef>
              <a:spcAft>
                <a:spcPts val="0"/>
              </a:spcAft>
              <a:buSzPts val="1500"/>
              <a:buFont typeface="Space Grotesk Medium"/>
              <a:buNone/>
              <a:defRPr sz="1500"/>
            </a:lvl8pPr>
            <a:lvl9pPr lvl="8">
              <a:spcBef>
                <a:spcPts val="0"/>
              </a:spcBef>
              <a:spcAft>
                <a:spcPts val="0"/>
              </a:spcAft>
              <a:buSzPts val="1500"/>
              <a:buFont typeface="Space Grotesk Medium"/>
              <a:buNone/>
              <a:defRPr sz="1500"/>
            </a:lvl9pPr>
          </a:lstStyle>
          <a:p/>
        </p:txBody>
      </p:sp>
      <p:pic>
        <p:nvPicPr>
          <p:cNvPr id="335" name="Google Shape;335;p19"/>
          <p:cNvPicPr preferRelativeResize="0"/>
          <p:nvPr/>
        </p:nvPicPr>
        <p:blipFill rotWithShape="1">
          <a:blip r:embed="rId2">
            <a:alphaModFix/>
          </a:blip>
          <a:srcRect b="47660" l="8382" r="59408" t="26262"/>
          <a:stretch/>
        </p:blipFill>
        <p:spPr>
          <a:xfrm>
            <a:off x="642782" y="4271023"/>
            <a:ext cx="201843" cy="163413"/>
          </a:xfrm>
          <a:prstGeom prst="rect">
            <a:avLst/>
          </a:prstGeom>
          <a:noFill/>
          <a:ln>
            <a:noFill/>
          </a:ln>
        </p:spPr>
      </p:pic>
      <p:pic>
        <p:nvPicPr>
          <p:cNvPr id="336" name="Google Shape;336;p19"/>
          <p:cNvPicPr preferRelativeResize="0"/>
          <p:nvPr/>
        </p:nvPicPr>
        <p:blipFill rotWithShape="1">
          <a:blip r:embed="rId2">
            <a:alphaModFix/>
          </a:blip>
          <a:srcRect b="47660" l="8382" r="59408" t="26262"/>
          <a:stretch/>
        </p:blipFill>
        <p:spPr>
          <a:xfrm>
            <a:off x="7688117" y="4164648"/>
            <a:ext cx="201843" cy="163413"/>
          </a:xfrm>
          <a:prstGeom prst="rect">
            <a:avLst/>
          </a:prstGeom>
          <a:noFill/>
          <a:ln>
            <a:noFill/>
          </a:ln>
        </p:spPr>
      </p:pic>
      <p:pic>
        <p:nvPicPr>
          <p:cNvPr id="337" name="Google Shape;337;p19"/>
          <p:cNvPicPr preferRelativeResize="0"/>
          <p:nvPr/>
        </p:nvPicPr>
        <p:blipFill rotWithShape="1">
          <a:blip r:embed="rId2">
            <a:alphaModFix/>
          </a:blip>
          <a:srcRect b="47660" l="8382" r="59408" t="26262"/>
          <a:stretch/>
        </p:blipFill>
        <p:spPr>
          <a:xfrm>
            <a:off x="7972601" y="3033048"/>
            <a:ext cx="201843" cy="163413"/>
          </a:xfrm>
          <a:prstGeom prst="rect">
            <a:avLst/>
          </a:prstGeom>
          <a:noFill/>
          <a:ln>
            <a:noFill/>
          </a:ln>
        </p:spPr>
      </p:pic>
      <p:pic>
        <p:nvPicPr>
          <p:cNvPr id="338" name="Google Shape;338;p19"/>
          <p:cNvPicPr preferRelativeResize="0"/>
          <p:nvPr/>
        </p:nvPicPr>
        <p:blipFill rotWithShape="1">
          <a:blip r:embed="rId2">
            <a:alphaModFix/>
          </a:blip>
          <a:srcRect b="47660" l="8382" r="59408" t="26262"/>
          <a:stretch/>
        </p:blipFill>
        <p:spPr>
          <a:xfrm>
            <a:off x="4521457" y="445923"/>
            <a:ext cx="201843" cy="163413"/>
          </a:xfrm>
          <a:prstGeom prst="rect">
            <a:avLst/>
          </a:prstGeom>
          <a:noFill/>
          <a:ln>
            <a:noFill/>
          </a:ln>
        </p:spPr>
      </p:pic>
      <p:pic>
        <p:nvPicPr>
          <p:cNvPr id="339" name="Google Shape;339;p19"/>
          <p:cNvPicPr preferRelativeResize="0"/>
          <p:nvPr/>
        </p:nvPicPr>
        <p:blipFill rotWithShape="1">
          <a:blip r:embed="rId3">
            <a:alphaModFix/>
          </a:blip>
          <a:srcRect b="0" l="6521" r="6520" t="0"/>
          <a:stretch/>
        </p:blipFill>
        <p:spPr>
          <a:xfrm>
            <a:off x="7284429" y="4399798"/>
            <a:ext cx="201844" cy="163413"/>
          </a:xfrm>
          <a:prstGeom prst="rect">
            <a:avLst/>
          </a:prstGeom>
          <a:noFill/>
          <a:ln>
            <a:noFill/>
          </a:ln>
        </p:spPr>
      </p:pic>
      <p:pic>
        <p:nvPicPr>
          <p:cNvPr id="340" name="Google Shape;340;p19"/>
          <p:cNvPicPr preferRelativeResize="0"/>
          <p:nvPr/>
        </p:nvPicPr>
        <p:blipFill rotWithShape="1">
          <a:blip r:embed="rId3">
            <a:alphaModFix/>
          </a:blip>
          <a:srcRect b="0" l="6521" r="6520" t="0"/>
          <a:stretch/>
        </p:blipFill>
        <p:spPr>
          <a:xfrm>
            <a:off x="3555079" y="1833673"/>
            <a:ext cx="201844" cy="163413"/>
          </a:xfrm>
          <a:prstGeom prst="rect">
            <a:avLst/>
          </a:prstGeom>
          <a:noFill/>
          <a:ln>
            <a:noFill/>
          </a:ln>
        </p:spPr>
      </p:pic>
      <p:pic>
        <p:nvPicPr>
          <p:cNvPr id="341" name="Google Shape;341;p19"/>
          <p:cNvPicPr preferRelativeResize="0"/>
          <p:nvPr/>
        </p:nvPicPr>
        <p:blipFill rotWithShape="1">
          <a:blip r:embed="rId4">
            <a:alphaModFix/>
          </a:blip>
          <a:srcRect b="0" l="6521" r="6520" t="0"/>
          <a:stretch/>
        </p:blipFill>
        <p:spPr>
          <a:xfrm>
            <a:off x="3171717" y="4206373"/>
            <a:ext cx="201844" cy="163413"/>
          </a:xfrm>
          <a:prstGeom prst="rect">
            <a:avLst/>
          </a:prstGeom>
          <a:noFill/>
          <a:ln>
            <a:noFill/>
          </a:ln>
        </p:spPr>
      </p:pic>
      <p:pic>
        <p:nvPicPr>
          <p:cNvPr id="342" name="Google Shape;342;p19"/>
          <p:cNvPicPr preferRelativeResize="0"/>
          <p:nvPr/>
        </p:nvPicPr>
        <p:blipFill rotWithShape="1">
          <a:blip r:embed="rId4">
            <a:alphaModFix/>
          </a:blip>
          <a:srcRect b="0" l="6521" r="6520" t="0"/>
          <a:stretch/>
        </p:blipFill>
        <p:spPr>
          <a:xfrm>
            <a:off x="6834679" y="504998"/>
            <a:ext cx="201844" cy="163413"/>
          </a:xfrm>
          <a:prstGeom prst="rect">
            <a:avLst/>
          </a:prstGeom>
          <a:noFill/>
          <a:ln>
            <a:noFill/>
          </a:ln>
        </p:spPr>
      </p:pic>
      <p:pic>
        <p:nvPicPr>
          <p:cNvPr id="343" name="Google Shape;343;p19"/>
          <p:cNvPicPr preferRelativeResize="0"/>
          <p:nvPr/>
        </p:nvPicPr>
        <p:blipFill rotWithShape="1">
          <a:blip r:embed="rId3">
            <a:alphaModFix/>
          </a:blip>
          <a:srcRect b="0" l="6521" r="6520" t="0"/>
          <a:stretch/>
        </p:blipFill>
        <p:spPr>
          <a:xfrm>
            <a:off x="1392254" y="3161673"/>
            <a:ext cx="201844" cy="163413"/>
          </a:xfrm>
          <a:prstGeom prst="rect">
            <a:avLst/>
          </a:prstGeom>
          <a:noFill/>
          <a:ln>
            <a:noFill/>
          </a:ln>
        </p:spPr>
      </p:pic>
      <p:grpSp>
        <p:nvGrpSpPr>
          <p:cNvPr id="344" name="Google Shape;344;p19"/>
          <p:cNvGrpSpPr/>
          <p:nvPr/>
        </p:nvGrpSpPr>
        <p:grpSpPr>
          <a:xfrm>
            <a:off x="7517552" y="1728897"/>
            <a:ext cx="139297" cy="110523"/>
            <a:chOff x="2601950" y="1974675"/>
            <a:chExt cx="2474200" cy="1963100"/>
          </a:xfrm>
        </p:grpSpPr>
        <p:sp>
          <p:nvSpPr>
            <p:cNvPr id="345" name="Google Shape;345;p19"/>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46" name="Google Shape;346;p19"/>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47" name="Google Shape;347;p19"/>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48" name="Google Shape;348;p19"/>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49" name="Google Shape;349;p19"/>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50" name="Google Shape;350;p19"/>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51" name="Google Shape;351;p19"/>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spTree>
  </p:cSld>
  <p:clrMapOvr>
    <a:masterClrMapping/>
  </p:clrMapOvr>
  <p:extLst>
    <p:ext uri="{DCECCB84-F9BA-43D5-87BE-67443E8EF086}">
      <p15:sldGuideLst>
        <p15:guide id="1" pos="468">
          <p15:clr>
            <a:srgbClr val="E46962"/>
          </p15:clr>
        </p15:guide>
        <p15:guide id="2" pos="5601">
          <p15:clr>
            <a:srgbClr val="E46962"/>
          </p15:clr>
        </p15:guide>
        <p15:guide id="3" orient="horz" pos="468">
          <p15:clr>
            <a:srgbClr val="E46962"/>
          </p15:clr>
        </p15:guide>
        <p15:guide id="4" orient="horz" pos="3081">
          <p15:clr>
            <a:srgbClr val="E46962"/>
          </p15:clr>
        </p15:guide>
        <p15:guide id="5" orient="horz" pos="2772">
          <p15:clr>
            <a:srgbClr val="E46962"/>
          </p15:clr>
        </p15:guide>
        <p15:guide id="6" orient="horz" pos="159">
          <p15:clr>
            <a:srgbClr val="E46962"/>
          </p15:clr>
        </p15:guide>
        <p15:guide id="7" pos="5292">
          <p15:clr>
            <a:srgbClr val="E46962"/>
          </p15:clr>
        </p15:guide>
        <p15:guide id="8" pos="159">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52" name="Shape 352"/>
        <p:cNvGrpSpPr/>
        <p:nvPr/>
      </p:nvGrpSpPr>
      <p:grpSpPr>
        <a:xfrm>
          <a:off x="0" y="0"/>
          <a:ext cx="0" cy="0"/>
          <a:chOff x="0" y="0"/>
          <a:chExt cx="0" cy="0"/>
        </a:xfrm>
      </p:grpSpPr>
      <p:sp>
        <p:nvSpPr>
          <p:cNvPr id="353" name="Google Shape;353;p2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54" name="Google Shape;354;p2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55" name="Shape 355"/>
        <p:cNvGrpSpPr/>
        <p:nvPr/>
      </p:nvGrpSpPr>
      <p:grpSpPr>
        <a:xfrm>
          <a:off x="0" y="0"/>
          <a:ext cx="0" cy="0"/>
          <a:chOff x="0" y="0"/>
          <a:chExt cx="0" cy="0"/>
        </a:xfrm>
      </p:grpSpPr>
      <p:sp>
        <p:nvSpPr>
          <p:cNvPr id="356" name="Google Shape;356;p21"/>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57" name="Shape 357"/>
        <p:cNvGrpSpPr/>
        <p:nvPr/>
      </p:nvGrpSpPr>
      <p:grpSpPr>
        <a:xfrm>
          <a:off x="0" y="0"/>
          <a:ext cx="0" cy="0"/>
          <a:chOff x="0" y="0"/>
          <a:chExt cx="0" cy="0"/>
        </a:xfrm>
      </p:grpSpPr>
      <p:sp>
        <p:nvSpPr>
          <p:cNvPr id="358" name="Google Shape;358;p2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9" name="Google Shape;35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60" name="Shape 360"/>
        <p:cNvGrpSpPr/>
        <p:nvPr/>
      </p:nvGrpSpPr>
      <p:grpSpPr>
        <a:xfrm>
          <a:off x="0" y="0"/>
          <a:ext cx="0" cy="0"/>
          <a:chOff x="0" y="0"/>
          <a:chExt cx="0" cy="0"/>
        </a:xfrm>
      </p:grpSpPr>
      <p:sp>
        <p:nvSpPr>
          <p:cNvPr id="361" name="Google Shape;361;p2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2" name="Google Shape;362;p23"/>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3" name="Google Shape;363;p23"/>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64" name="Shape 364"/>
        <p:cNvGrpSpPr/>
        <p:nvPr/>
      </p:nvGrpSpPr>
      <p:grpSpPr>
        <a:xfrm>
          <a:off x="0" y="0"/>
          <a:ext cx="0" cy="0"/>
          <a:chOff x="0" y="0"/>
          <a:chExt cx="0" cy="0"/>
        </a:xfrm>
      </p:grpSpPr>
      <p:sp>
        <p:nvSpPr>
          <p:cNvPr id="365" name="Google Shape;365;p2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66" name="Shape 366"/>
        <p:cNvGrpSpPr/>
        <p:nvPr/>
      </p:nvGrpSpPr>
      <p:grpSpPr>
        <a:xfrm>
          <a:off x="0" y="0"/>
          <a:ext cx="0" cy="0"/>
          <a:chOff x="0" y="0"/>
          <a:chExt cx="0" cy="0"/>
        </a:xfrm>
      </p:grpSpPr>
      <p:sp>
        <p:nvSpPr>
          <p:cNvPr id="367" name="Google Shape;367;p25"/>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68" name="Google Shape;368;p25"/>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69" name="Shape 369"/>
        <p:cNvGrpSpPr/>
        <p:nvPr/>
      </p:nvGrpSpPr>
      <p:grpSpPr>
        <a:xfrm>
          <a:off x="0" y="0"/>
          <a:ext cx="0" cy="0"/>
          <a:chOff x="0" y="0"/>
          <a:chExt cx="0" cy="0"/>
        </a:xfrm>
      </p:grpSpPr>
      <p:sp>
        <p:nvSpPr>
          <p:cNvPr id="370" name="Google Shape;370;p26"/>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71" name="Shape 371"/>
        <p:cNvGrpSpPr/>
        <p:nvPr/>
      </p:nvGrpSpPr>
      <p:grpSpPr>
        <a:xfrm>
          <a:off x="0" y="0"/>
          <a:ext cx="0" cy="0"/>
          <a:chOff x="0" y="0"/>
          <a:chExt cx="0" cy="0"/>
        </a:xfrm>
      </p:grpSpPr>
      <p:sp>
        <p:nvSpPr>
          <p:cNvPr id="372" name="Google Shape;372;p27"/>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73" name="Google Shape;373;p27"/>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74" name="Google Shape;374;p27"/>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75" name="Shape 375"/>
        <p:cNvGrpSpPr/>
        <p:nvPr/>
      </p:nvGrpSpPr>
      <p:grpSpPr>
        <a:xfrm>
          <a:off x="0" y="0"/>
          <a:ext cx="0" cy="0"/>
          <a:chOff x="0" y="0"/>
          <a:chExt cx="0" cy="0"/>
        </a:xfrm>
      </p:grpSpPr>
      <p:sp>
        <p:nvSpPr>
          <p:cNvPr id="376" name="Google Shape;376;p28"/>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77" name="Shape 377"/>
        <p:cNvGrpSpPr/>
        <p:nvPr/>
      </p:nvGrpSpPr>
      <p:grpSpPr>
        <a:xfrm>
          <a:off x="0" y="0"/>
          <a:ext cx="0" cy="0"/>
          <a:chOff x="0" y="0"/>
          <a:chExt cx="0" cy="0"/>
        </a:xfrm>
      </p:grpSpPr>
      <p:sp>
        <p:nvSpPr>
          <p:cNvPr id="378" name="Google Shape;378;p29"/>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79" name="Google Shape;379;p29"/>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80" name="Shape 380"/>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81" name="Shape 381"/>
        <p:cNvGrpSpPr/>
        <p:nvPr/>
      </p:nvGrpSpPr>
      <p:grpSpPr>
        <a:xfrm>
          <a:off x="0" y="0"/>
          <a:ext cx="0" cy="0"/>
          <a:chOff x="0" y="0"/>
          <a:chExt cx="0" cy="0"/>
        </a:xfrm>
      </p:grpSpPr>
      <p:sp>
        <p:nvSpPr>
          <p:cNvPr id="382" name="Google Shape;382;p31"/>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3" name="Google Shape;383;p3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84" name="Google Shape;384;p3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85" name="Google Shape;385;p3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86" name="Google Shape;386;p3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87" name="Google Shape;387;p3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88" name="Google Shape;388;p3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89" name="Shape 389"/>
        <p:cNvGrpSpPr/>
        <p:nvPr/>
      </p:nvGrpSpPr>
      <p:grpSpPr>
        <a:xfrm>
          <a:off x="0" y="0"/>
          <a:ext cx="0" cy="0"/>
          <a:chOff x="0" y="0"/>
          <a:chExt cx="0" cy="0"/>
        </a:xfrm>
      </p:grpSpPr>
      <p:sp>
        <p:nvSpPr>
          <p:cNvPr id="390" name="Google Shape;390;p3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91" name="Google Shape;391;p32"/>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92" name="Google Shape;392;p3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93" name="Shape 393"/>
        <p:cNvGrpSpPr/>
        <p:nvPr/>
      </p:nvGrpSpPr>
      <p:grpSpPr>
        <a:xfrm>
          <a:off x="0" y="0"/>
          <a:ext cx="0" cy="0"/>
          <a:chOff x="0" y="0"/>
          <a:chExt cx="0" cy="0"/>
        </a:xfrm>
      </p:grpSpPr>
      <p:sp>
        <p:nvSpPr>
          <p:cNvPr id="394" name="Google Shape;394;p33"/>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95" name="Google Shape;395;p33"/>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96" name="Google Shape;396;p33"/>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97" name="Google Shape;397;p3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98" name="Google Shape;398;p3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99" name="Shape 399"/>
        <p:cNvGrpSpPr/>
        <p:nvPr/>
      </p:nvGrpSpPr>
      <p:grpSpPr>
        <a:xfrm>
          <a:off x="0" y="0"/>
          <a:ext cx="0" cy="0"/>
          <a:chOff x="0" y="0"/>
          <a:chExt cx="0" cy="0"/>
        </a:xfrm>
      </p:grpSpPr>
      <p:sp>
        <p:nvSpPr>
          <p:cNvPr id="400" name="Google Shape;400;p34"/>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1" name="Google Shape;401;p34"/>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2" name="Google Shape;402;p34"/>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03" name="Google Shape;403;p3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04" name="Google Shape;404;p3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05" name="Google Shape;405;p3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06" name="Google Shape;406;p34"/>
          <p:cNvSpPr txBox="1"/>
          <p:nvPr>
            <p:ph idx="6"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07" name="Shape 407"/>
        <p:cNvGrpSpPr/>
        <p:nvPr/>
      </p:nvGrpSpPr>
      <p:grpSpPr>
        <a:xfrm>
          <a:off x="0" y="0"/>
          <a:ext cx="0" cy="0"/>
          <a:chOff x="0" y="0"/>
          <a:chExt cx="0" cy="0"/>
        </a:xfrm>
      </p:grpSpPr>
      <p:sp>
        <p:nvSpPr>
          <p:cNvPr id="408" name="Google Shape;408;p35"/>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9" name="Google Shape;409;p35"/>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0" name="Google Shape;410;p35"/>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1" name="Google Shape;411;p35"/>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2" name="Google Shape;412;p35"/>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13" name="Google Shape;413;p3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14" name="Google Shape;414;p3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15" name="Google Shape;415;p3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16" name="Google Shape;416;p3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17" name="Shape 417"/>
        <p:cNvGrpSpPr/>
        <p:nvPr/>
      </p:nvGrpSpPr>
      <p:grpSpPr>
        <a:xfrm>
          <a:off x="0" y="0"/>
          <a:ext cx="0" cy="0"/>
          <a:chOff x="0" y="0"/>
          <a:chExt cx="0" cy="0"/>
        </a:xfrm>
      </p:grpSpPr>
      <p:sp>
        <p:nvSpPr>
          <p:cNvPr id="418" name="Google Shape;418;p3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19" name="Google Shape;419;p3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20" name="Shape 420"/>
        <p:cNvGrpSpPr/>
        <p:nvPr/>
      </p:nvGrpSpPr>
      <p:grpSpPr>
        <a:xfrm>
          <a:off x="0" y="0"/>
          <a:ext cx="0" cy="0"/>
          <a:chOff x="0" y="0"/>
          <a:chExt cx="0" cy="0"/>
        </a:xfrm>
      </p:grpSpPr>
      <p:sp>
        <p:nvSpPr>
          <p:cNvPr id="421" name="Google Shape;421;p37"/>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2" name="Google Shape;422;p37"/>
          <p:cNvSpPr/>
          <p:nvPr>
            <p:ph idx="2" type="pic"/>
          </p:nvPr>
        </p:nvSpPr>
        <p:spPr>
          <a:xfrm>
            <a:off x="4804825" y="1133300"/>
            <a:ext cx="4027500" cy="2392800"/>
          </a:xfrm>
          <a:prstGeom prst="rect">
            <a:avLst/>
          </a:prstGeom>
          <a:noFill/>
          <a:ln>
            <a:noFill/>
          </a:ln>
        </p:spPr>
      </p:sp>
      <p:sp>
        <p:nvSpPr>
          <p:cNvPr id="423" name="Google Shape;423;p37"/>
          <p:cNvSpPr/>
          <p:nvPr>
            <p:ph idx="3" type="pic"/>
          </p:nvPr>
        </p:nvSpPr>
        <p:spPr>
          <a:xfrm>
            <a:off x="311725" y="1133300"/>
            <a:ext cx="4027500" cy="2392800"/>
          </a:xfrm>
          <a:prstGeom prst="rect">
            <a:avLst/>
          </a:prstGeom>
          <a:noFill/>
          <a:ln>
            <a:noFill/>
          </a:ln>
        </p:spPr>
      </p:sp>
      <p:sp>
        <p:nvSpPr>
          <p:cNvPr id="424" name="Google Shape;424;p37"/>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5" name="Google Shape;425;p3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6" name="Google Shape;426;p3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27" name="Google Shape;427;p3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28" name="Shape 428"/>
        <p:cNvGrpSpPr/>
        <p:nvPr/>
      </p:nvGrpSpPr>
      <p:grpSpPr>
        <a:xfrm>
          <a:off x="0" y="0"/>
          <a:ext cx="0" cy="0"/>
          <a:chOff x="0" y="0"/>
          <a:chExt cx="0" cy="0"/>
        </a:xfrm>
      </p:grpSpPr>
      <p:sp>
        <p:nvSpPr>
          <p:cNvPr id="429" name="Google Shape;429;p38"/>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0" name="Google Shape;430;p38"/>
          <p:cNvSpPr/>
          <p:nvPr>
            <p:ph idx="2" type="pic"/>
          </p:nvPr>
        </p:nvSpPr>
        <p:spPr>
          <a:xfrm>
            <a:off x="6205225" y="1128325"/>
            <a:ext cx="2627100" cy="2273100"/>
          </a:xfrm>
          <a:prstGeom prst="rect">
            <a:avLst/>
          </a:prstGeom>
          <a:noFill/>
          <a:ln>
            <a:noFill/>
          </a:ln>
        </p:spPr>
      </p:sp>
      <p:sp>
        <p:nvSpPr>
          <p:cNvPr id="431" name="Google Shape;431;p38"/>
          <p:cNvSpPr/>
          <p:nvPr>
            <p:ph idx="3" type="pic"/>
          </p:nvPr>
        </p:nvSpPr>
        <p:spPr>
          <a:xfrm>
            <a:off x="311725" y="1128325"/>
            <a:ext cx="2627100" cy="2273100"/>
          </a:xfrm>
          <a:prstGeom prst="rect">
            <a:avLst/>
          </a:prstGeom>
          <a:noFill/>
          <a:ln>
            <a:noFill/>
          </a:ln>
        </p:spPr>
      </p:sp>
      <p:sp>
        <p:nvSpPr>
          <p:cNvPr id="432" name="Google Shape;432;p38"/>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3" name="Google Shape;433;p38"/>
          <p:cNvSpPr/>
          <p:nvPr>
            <p:ph idx="5" type="pic"/>
          </p:nvPr>
        </p:nvSpPr>
        <p:spPr>
          <a:xfrm>
            <a:off x="3255250" y="1128325"/>
            <a:ext cx="2627100" cy="2273100"/>
          </a:xfrm>
          <a:prstGeom prst="rect">
            <a:avLst/>
          </a:prstGeom>
          <a:noFill/>
          <a:ln>
            <a:noFill/>
          </a:ln>
        </p:spPr>
      </p:sp>
      <p:sp>
        <p:nvSpPr>
          <p:cNvPr id="434" name="Google Shape;434;p38"/>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5" name="Google Shape;435;p3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6" name="Google Shape;436;p3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37" name="Google Shape;437;p3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38" name="Google Shape;438;p3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39" name="Shape 439"/>
        <p:cNvGrpSpPr/>
        <p:nvPr/>
      </p:nvGrpSpPr>
      <p:grpSpPr>
        <a:xfrm>
          <a:off x="0" y="0"/>
          <a:ext cx="0" cy="0"/>
          <a:chOff x="0" y="0"/>
          <a:chExt cx="0" cy="0"/>
        </a:xfrm>
      </p:grpSpPr>
      <p:sp>
        <p:nvSpPr>
          <p:cNvPr id="440" name="Google Shape;440;p3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41" name="Shape 441"/>
        <p:cNvGrpSpPr/>
        <p:nvPr/>
      </p:nvGrpSpPr>
      <p:grpSpPr>
        <a:xfrm>
          <a:off x="0" y="0"/>
          <a:ext cx="0" cy="0"/>
          <a:chOff x="0" y="0"/>
          <a:chExt cx="0" cy="0"/>
        </a:xfrm>
      </p:grpSpPr>
      <p:sp>
        <p:nvSpPr>
          <p:cNvPr id="442" name="Google Shape;442;p40"/>
          <p:cNvSpPr/>
          <p:nvPr>
            <p:ph idx="2" type="pic"/>
          </p:nvPr>
        </p:nvSpPr>
        <p:spPr>
          <a:xfrm>
            <a:off x="3389600" y="118913"/>
            <a:ext cx="1643700" cy="1535100"/>
          </a:xfrm>
          <a:prstGeom prst="rect">
            <a:avLst/>
          </a:prstGeom>
          <a:noFill/>
          <a:ln>
            <a:noFill/>
          </a:ln>
        </p:spPr>
      </p:sp>
      <p:sp>
        <p:nvSpPr>
          <p:cNvPr id="443" name="Google Shape;443;p40"/>
          <p:cNvSpPr/>
          <p:nvPr>
            <p:ph idx="3" type="pic"/>
          </p:nvPr>
        </p:nvSpPr>
        <p:spPr>
          <a:xfrm>
            <a:off x="5195935" y="118913"/>
            <a:ext cx="1643700" cy="1535100"/>
          </a:xfrm>
          <a:prstGeom prst="rect">
            <a:avLst/>
          </a:prstGeom>
          <a:noFill/>
          <a:ln>
            <a:noFill/>
          </a:ln>
        </p:spPr>
      </p:sp>
      <p:sp>
        <p:nvSpPr>
          <p:cNvPr id="444" name="Google Shape;444;p40"/>
          <p:cNvSpPr/>
          <p:nvPr>
            <p:ph idx="4" type="pic"/>
          </p:nvPr>
        </p:nvSpPr>
        <p:spPr>
          <a:xfrm>
            <a:off x="7002270" y="118913"/>
            <a:ext cx="1643700" cy="1535100"/>
          </a:xfrm>
          <a:prstGeom prst="rect">
            <a:avLst/>
          </a:prstGeom>
          <a:noFill/>
          <a:ln>
            <a:noFill/>
          </a:ln>
        </p:spPr>
      </p:sp>
      <p:sp>
        <p:nvSpPr>
          <p:cNvPr id="445" name="Google Shape;445;p40"/>
          <p:cNvSpPr/>
          <p:nvPr>
            <p:ph idx="5" type="pic"/>
          </p:nvPr>
        </p:nvSpPr>
        <p:spPr>
          <a:xfrm>
            <a:off x="3389588" y="1804212"/>
            <a:ext cx="1643700" cy="1535100"/>
          </a:xfrm>
          <a:prstGeom prst="rect">
            <a:avLst/>
          </a:prstGeom>
          <a:noFill/>
          <a:ln>
            <a:noFill/>
          </a:ln>
        </p:spPr>
      </p:sp>
      <p:sp>
        <p:nvSpPr>
          <p:cNvPr id="446" name="Google Shape;446;p40"/>
          <p:cNvSpPr/>
          <p:nvPr>
            <p:ph idx="6" type="pic"/>
          </p:nvPr>
        </p:nvSpPr>
        <p:spPr>
          <a:xfrm>
            <a:off x="5195922" y="1804212"/>
            <a:ext cx="1643700" cy="1535100"/>
          </a:xfrm>
          <a:prstGeom prst="rect">
            <a:avLst/>
          </a:prstGeom>
          <a:noFill/>
          <a:ln>
            <a:noFill/>
          </a:ln>
        </p:spPr>
      </p:sp>
      <p:sp>
        <p:nvSpPr>
          <p:cNvPr id="447" name="Google Shape;447;p40"/>
          <p:cNvSpPr/>
          <p:nvPr>
            <p:ph idx="7" type="pic"/>
          </p:nvPr>
        </p:nvSpPr>
        <p:spPr>
          <a:xfrm>
            <a:off x="7002257" y="1804212"/>
            <a:ext cx="1643700" cy="1535100"/>
          </a:xfrm>
          <a:prstGeom prst="rect">
            <a:avLst/>
          </a:prstGeom>
          <a:noFill/>
          <a:ln>
            <a:noFill/>
          </a:ln>
        </p:spPr>
      </p:sp>
      <p:sp>
        <p:nvSpPr>
          <p:cNvPr id="448" name="Google Shape;448;p4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49" name="Google Shape;449;p40"/>
          <p:cNvSpPr/>
          <p:nvPr>
            <p:ph idx="8" type="pic"/>
          </p:nvPr>
        </p:nvSpPr>
        <p:spPr>
          <a:xfrm>
            <a:off x="3389588" y="3489487"/>
            <a:ext cx="1643700" cy="1535100"/>
          </a:xfrm>
          <a:prstGeom prst="rect">
            <a:avLst/>
          </a:prstGeom>
          <a:noFill/>
          <a:ln>
            <a:noFill/>
          </a:ln>
        </p:spPr>
      </p:sp>
      <p:sp>
        <p:nvSpPr>
          <p:cNvPr id="450" name="Google Shape;450;p40"/>
          <p:cNvSpPr/>
          <p:nvPr>
            <p:ph idx="9" type="pic"/>
          </p:nvPr>
        </p:nvSpPr>
        <p:spPr>
          <a:xfrm>
            <a:off x="5195922" y="3489487"/>
            <a:ext cx="1643700" cy="1535100"/>
          </a:xfrm>
          <a:prstGeom prst="rect">
            <a:avLst/>
          </a:prstGeom>
          <a:noFill/>
          <a:ln>
            <a:noFill/>
          </a:ln>
        </p:spPr>
      </p:sp>
      <p:sp>
        <p:nvSpPr>
          <p:cNvPr id="451" name="Google Shape;451;p4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theme" Target="../theme/theme1.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1pPr>
            <a:lvl2pPr indent="0" lvl="1"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2pPr>
            <a:lvl3pPr indent="0" lvl="2"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3pPr>
            <a:lvl4pPr indent="0" lvl="3"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4pPr>
            <a:lvl5pPr indent="0" lvl="4"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5pPr>
            <a:lvl6pPr indent="0" lvl="5"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6pPr>
            <a:lvl7pPr indent="0" lvl="6"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7pPr>
            <a:lvl8pPr indent="0" lvl="7"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8pPr>
            <a:lvl9pPr indent="0" lvl="8"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9pPr>
          </a:lstStyle>
          <a:p>
            <a:pPr indent="0" lvl="0" marL="0" rtl="0" algn="r">
              <a:spcBef>
                <a:spcPts val="0"/>
              </a:spcBef>
              <a:spcAft>
                <a:spcPts val="0"/>
              </a:spcAft>
              <a:buNone/>
            </a:pPr>
            <a:fld id="{00000000-1234-1234-1234-123412341234}" type="slidenum">
              <a:rPr lang="en"/>
              <a:t>‹#›</a:t>
            </a:fld>
            <a:endParaRPr/>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Space Grotesk"/>
              <a:buChar char="●"/>
              <a:defRPr sz="1800">
                <a:solidFill>
                  <a:schemeClr val="dk1"/>
                </a:solidFill>
                <a:latin typeface="Space Grotesk"/>
                <a:ea typeface="Space Grotesk"/>
                <a:cs typeface="Space Grotesk"/>
                <a:sym typeface="Space Grotesk"/>
              </a:defRPr>
            </a:lvl1pPr>
            <a:lvl2pPr indent="-317500" lvl="1" marL="9144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2pPr>
            <a:lvl3pPr indent="-317500" lvl="2" marL="13716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3pPr>
            <a:lvl4pPr indent="-317500" lvl="3" marL="18288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4pPr>
            <a:lvl5pPr indent="-317500" lvl="4" marL="22860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5pPr>
            <a:lvl6pPr indent="-317500" lvl="5" marL="27432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6pPr>
            <a:lvl7pPr indent="-317500" lvl="6" marL="32004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7pPr>
            <a:lvl8pPr indent="-317500" lvl="7" marL="36576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8pPr>
            <a:lvl9pPr indent="-317500" lvl="8" marL="41148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9pPr>
          </a:lstStyle>
          <a:p/>
        </p:txBody>
      </p:sp>
      <p:sp>
        <p:nvSpPr>
          <p:cNvPr id="8" name="Google Shape;8;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1pPr>
            <a:lvl2pPr lvl="1">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2pPr>
            <a:lvl3pPr lvl="2">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3pPr>
            <a:lvl4pPr lvl="3">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4pPr>
            <a:lvl5pPr lvl="4">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5pPr>
            <a:lvl6pPr lvl="5">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6pPr>
            <a:lvl7pPr lvl="6">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7pPr>
            <a:lvl8pPr lvl="7">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8pPr>
            <a:lvl9pPr lvl="8">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59">
          <p15:clr>
            <a:srgbClr val="E46962"/>
          </p15:clr>
        </p15:guide>
        <p15:guide id="2" orient="horz" pos="171">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hyperlink" Target="http://www.youtube.com/watch?v=ONgECvZNI3o" TargetMode="External"/><Relationship Id="rId5"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hyperlink" Target="http://www.youtube.com/watch?v=budTmdQfXYU" TargetMode="External"/><Relationship Id="rId5" Type="http://schemas.openxmlformats.org/officeDocument/2006/relationships/image" Target="../media/image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0.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hyperlink" Target="https://www.youtube.com/watch?v=ONgECvZNI3o" TargetMode="External"/><Relationship Id="rId5" Type="http://schemas.openxmlformats.org/officeDocument/2006/relationships/hyperlink" Target="https://www.youtube.com/watch?v=budTmdQfXYU" TargetMode="External"/><Relationship Id="rId6" Type="http://schemas.openxmlformats.org/officeDocument/2006/relationships/image" Target="../media/image12.png"/><Relationship Id="rId7" Type="http://schemas.openxmlformats.org/officeDocument/2006/relationships/hyperlink" Target="mailto:jose.romero@aladroc.io"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41"/>
          <p:cNvSpPr txBox="1"/>
          <p:nvPr>
            <p:ph idx="4" type="title"/>
          </p:nvPr>
        </p:nvSpPr>
        <p:spPr>
          <a:xfrm>
            <a:off x="699975" y="1383000"/>
            <a:ext cx="7924200" cy="1188900"/>
          </a:xfrm>
          <a:prstGeom prst="rect">
            <a:avLst/>
          </a:prstGeom>
        </p:spPr>
        <p:txBody>
          <a:bodyPr anchorCtr="0" anchor="t" bIns="0" lIns="0" spcFirstLastPara="1" rIns="0" wrap="square" tIns="0">
            <a:noAutofit/>
          </a:bodyPr>
          <a:lstStyle/>
          <a:p>
            <a:pPr indent="0" lvl="0" marL="0" rtl="0" algn="l">
              <a:lnSpc>
                <a:spcPct val="80000"/>
              </a:lnSpc>
              <a:spcBef>
                <a:spcPts val="0"/>
              </a:spcBef>
              <a:spcAft>
                <a:spcPts val="0"/>
              </a:spcAft>
              <a:buSzPts val="2800"/>
              <a:buNone/>
            </a:pPr>
            <a:r>
              <a:rPr lang="en"/>
              <a:t>n8n</a:t>
            </a:r>
            <a:endParaRPr/>
          </a:p>
          <a:p>
            <a:pPr indent="0" lvl="0" marL="0" rtl="0" algn="l">
              <a:lnSpc>
                <a:spcPct val="80000"/>
              </a:lnSpc>
              <a:spcBef>
                <a:spcPts val="0"/>
              </a:spcBef>
              <a:spcAft>
                <a:spcPts val="0"/>
              </a:spcAft>
              <a:buSzPts val="2800"/>
              <a:buNone/>
            </a:pPr>
            <a:r>
              <a:t/>
            </a:r>
            <a:endParaRPr/>
          </a:p>
        </p:txBody>
      </p:sp>
      <p:sp>
        <p:nvSpPr>
          <p:cNvPr id="457" name="Google Shape;457;p41"/>
          <p:cNvSpPr txBox="1"/>
          <p:nvPr>
            <p:ph type="title"/>
          </p:nvPr>
        </p:nvSpPr>
        <p:spPr>
          <a:xfrm>
            <a:off x="716836" y="2603560"/>
            <a:ext cx="7775700" cy="865200"/>
          </a:xfrm>
          <a:prstGeom prst="rect">
            <a:avLst/>
          </a:prstGeom>
        </p:spPr>
        <p:txBody>
          <a:bodyPr anchorCtr="0" anchor="ctr" bIns="0" lIns="0" spcFirstLastPara="1" rIns="0" wrap="square" tIns="0">
            <a:noAutofit/>
          </a:bodyPr>
          <a:lstStyle/>
          <a:p>
            <a:pPr indent="0" lvl="0" marL="0" rtl="0" algn="l">
              <a:lnSpc>
                <a:spcPct val="80000"/>
              </a:lnSpc>
              <a:spcBef>
                <a:spcPts val="0"/>
              </a:spcBef>
              <a:spcAft>
                <a:spcPts val="0"/>
              </a:spcAft>
              <a:buSzPts val="3500"/>
              <a:buNone/>
            </a:pPr>
            <a:r>
              <a:rPr lang="en"/>
              <a:t>Workflows + AI</a:t>
            </a:r>
            <a:endParaRPr/>
          </a:p>
        </p:txBody>
      </p:sp>
      <p:sp>
        <p:nvSpPr>
          <p:cNvPr id="458" name="Google Shape;458;p41"/>
          <p:cNvSpPr txBox="1"/>
          <p:nvPr>
            <p:ph idx="3" type="title"/>
          </p:nvPr>
        </p:nvSpPr>
        <p:spPr>
          <a:xfrm>
            <a:off x="716836" y="3459250"/>
            <a:ext cx="7673400" cy="678300"/>
          </a:xfrm>
          <a:prstGeom prst="rect">
            <a:avLst/>
          </a:prstGeom>
        </p:spPr>
        <p:txBody>
          <a:bodyPr anchorCtr="0" anchor="t" bIns="0" lIns="0" spcFirstLastPara="1" rIns="0" wrap="square" tIns="0">
            <a:normAutofit/>
          </a:bodyPr>
          <a:lstStyle/>
          <a:p>
            <a:pPr indent="0" lvl="0" marL="0" rtl="0" algn="l">
              <a:lnSpc>
                <a:spcPct val="80000"/>
              </a:lnSpc>
              <a:spcBef>
                <a:spcPts val="0"/>
              </a:spcBef>
              <a:spcAft>
                <a:spcPts val="0"/>
              </a:spcAft>
              <a:buSzPts val="3500"/>
              <a:buNone/>
            </a:pPr>
            <a:r>
              <a:rPr lang="en"/>
              <a:t>2025.10.21</a:t>
            </a:r>
            <a:endParaRPr/>
          </a:p>
        </p:txBody>
      </p:sp>
      <p:sp>
        <p:nvSpPr>
          <p:cNvPr id="459" name="Google Shape;459;p41"/>
          <p:cNvSpPr txBox="1"/>
          <p:nvPr>
            <p:ph idx="2" type="title"/>
          </p:nvPr>
        </p:nvSpPr>
        <p:spPr>
          <a:xfrm>
            <a:off x="699978" y="4174219"/>
            <a:ext cx="4909500" cy="330300"/>
          </a:xfrm>
          <a:prstGeom prst="rect">
            <a:avLst/>
          </a:prstGeom>
        </p:spPr>
        <p:txBody>
          <a:bodyPr anchorCtr="0" anchor="ctr" bIns="0" lIns="0" spcFirstLastPara="1" rIns="0" wrap="square" tIns="0">
            <a:normAutofit/>
          </a:bodyPr>
          <a:lstStyle/>
          <a:p>
            <a:pPr indent="0" lvl="0" marL="0" rtl="0" algn="l">
              <a:lnSpc>
                <a:spcPct val="80000"/>
              </a:lnSpc>
              <a:spcBef>
                <a:spcPts val="0"/>
              </a:spcBef>
              <a:spcAft>
                <a:spcPts val="0"/>
              </a:spcAft>
              <a:buSzPts val="1500"/>
              <a:buNone/>
            </a:pPr>
            <a:r>
              <a:rPr lang="en"/>
              <a:t>Aladroc.io</a:t>
            </a:r>
            <a:endParaRPr/>
          </a:p>
        </p:txBody>
      </p:sp>
      <p:pic>
        <p:nvPicPr>
          <p:cNvPr id="460" name="Google Shape;460;p41"/>
          <p:cNvPicPr preferRelativeResize="0"/>
          <p:nvPr/>
        </p:nvPicPr>
        <p:blipFill>
          <a:blip r:embed="rId3">
            <a:alphaModFix/>
          </a:blip>
          <a:stretch>
            <a:fillRect/>
          </a:stretch>
        </p:blipFill>
        <p:spPr>
          <a:xfrm>
            <a:off x="7228475" y="3879150"/>
            <a:ext cx="1663123" cy="11087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42"/>
          <p:cNvSpPr txBox="1"/>
          <p:nvPr>
            <p:ph idx="4" type="title"/>
          </p:nvPr>
        </p:nvSpPr>
        <p:spPr>
          <a:xfrm>
            <a:off x="699975" y="734275"/>
            <a:ext cx="8064300" cy="703200"/>
          </a:xfrm>
          <a:prstGeom prst="rect">
            <a:avLst/>
          </a:prstGeom>
        </p:spPr>
        <p:txBody>
          <a:bodyPr anchorCtr="0" anchor="t" bIns="0" lIns="0" spcFirstLastPara="1" rIns="0" wrap="square" tIns="0">
            <a:noAutofit/>
          </a:bodyPr>
          <a:lstStyle/>
          <a:p>
            <a:pPr indent="0" lvl="0" marL="0" rtl="0" algn="l">
              <a:lnSpc>
                <a:spcPct val="80000"/>
              </a:lnSpc>
              <a:spcBef>
                <a:spcPts val="0"/>
              </a:spcBef>
              <a:spcAft>
                <a:spcPts val="0"/>
              </a:spcAft>
              <a:buSzPts val="2800"/>
              <a:buNone/>
            </a:pPr>
            <a:r>
              <a:rPr lang="en" sz="5400"/>
              <a:t>Problem:</a:t>
            </a:r>
            <a:endParaRPr sz="5400"/>
          </a:p>
        </p:txBody>
      </p:sp>
      <p:sp>
        <p:nvSpPr>
          <p:cNvPr id="466" name="Google Shape;466;p42"/>
          <p:cNvSpPr txBox="1"/>
          <p:nvPr>
            <p:ph idx="2" type="title"/>
          </p:nvPr>
        </p:nvSpPr>
        <p:spPr>
          <a:xfrm>
            <a:off x="699978" y="4174219"/>
            <a:ext cx="4909500" cy="330300"/>
          </a:xfrm>
          <a:prstGeom prst="rect">
            <a:avLst/>
          </a:prstGeom>
        </p:spPr>
        <p:txBody>
          <a:bodyPr anchorCtr="0" anchor="ctr" bIns="0" lIns="0" spcFirstLastPara="1" rIns="0" wrap="square" tIns="0">
            <a:normAutofit/>
          </a:bodyPr>
          <a:lstStyle/>
          <a:p>
            <a:pPr indent="0" lvl="0" marL="0" rtl="0" algn="l">
              <a:lnSpc>
                <a:spcPct val="80000"/>
              </a:lnSpc>
              <a:spcBef>
                <a:spcPts val="0"/>
              </a:spcBef>
              <a:spcAft>
                <a:spcPts val="0"/>
              </a:spcAft>
              <a:buSzPts val="1500"/>
              <a:buNone/>
            </a:pPr>
            <a:r>
              <a:rPr lang="en"/>
              <a:t>aladroc.io</a:t>
            </a:r>
            <a:endParaRPr/>
          </a:p>
        </p:txBody>
      </p:sp>
      <p:sp>
        <p:nvSpPr>
          <p:cNvPr id="467" name="Google Shape;467;p42"/>
          <p:cNvSpPr txBox="1"/>
          <p:nvPr>
            <p:ph idx="4" type="title"/>
          </p:nvPr>
        </p:nvSpPr>
        <p:spPr>
          <a:xfrm>
            <a:off x="1205000" y="1562625"/>
            <a:ext cx="6494700" cy="2271900"/>
          </a:xfrm>
          <a:prstGeom prst="rect">
            <a:avLst/>
          </a:prstGeom>
        </p:spPr>
        <p:txBody>
          <a:bodyPr anchorCtr="0" anchor="t" bIns="0" lIns="0" spcFirstLastPara="1" rIns="0" wrap="square" tIns="0">
            <a:noAutofit/>
          </a:bodyPr>
          <a:lstStyle/>
          <a:p>
            <a:pPr indent="0" lvl="0" marL="0" rtl="0" algn="l">
              <a:lnSpc>
                <a:spcPct val="150000"/>
              </a:lnSpc>
              <a:spcBef>
                <a:spcPts val="0"/>
              </a:spcBef>
              <a:spcAft>
                <a:spcPts val="0"/>
              </a:spcAft>
              <a:buSzPts val="2800"/>
              <a:buNone/>
            </a:pPr>
            <a:r>
              <a:rPr lang="en" sz="2000"/>
              <a:t># I have repetitive tasks that need automation</a:t>
            </a:r>
            <a:br>
              <a:rPr lang="en" sz="2000"/>
            </a:br>
            <a:r>
              <a:rPr lang="en" sz="2000"/>
              <a:t># I like it simple, no code… visual</a:t>
            </a:r>
            <a:endParaRPr sz="2000"/>
          </a:p>
          <a:p>
            <a:pPr indent="0" lvl="0" marL="0" rtl="0" algn="l">
              <a:lnSpc>
                <a:spcPct val="150000"/>
              </a:lnSpc>
              <a:spcBef>
                <a:spcPts val="0"/>
              </a:spcBef>
              <a:spcAft>
                <a:spcPts val="0"/>
              </a:spcAft>
              <a:buSzPts val="2800"/>
              <a:buNone/>
            </a:pPr>
            <a:r>
              <a:rPr lang="en" sz="2000"/>
              <a:t># I need to connect to multiple systems</a:t>
            </a:r>
            <a:endParaRPr sz="2000"/>
          </a:p>
          <a:p>
            <a:pPr indent="0" lvl="0" marL="0" rtl="0" algn="l">
              <a:lnSpc>
                <a:spcPct val="150000"/>
              </a:lnSpc>
              <a:spcBef>
                <a:spcPts val="0"/>
              </a:spcBef>
              <a:spcAft>
                <a:spcPts val="0"/>
              </a:spcAft>
              <a:buSzPts val="2800"/>
              <a:buNone/>
            </a:pPr>
            <a:r>
              <a:rPr lang="en" sz="2000"/>
              <a:t># Needs to be extremely </a:t>
            </a:r>
            <a:r>
              <a:rPr lang="en" sz="2000"/>
              <a:t>versatile &amp; easy</a:t>
            </a:r>
            <a:endParaRPr sz="2000"/>
          </a:p>
          <a:p>
            <a:pPr indent="0" lvl="0" marL="0" rtl="0" algn="l">
              <a:lnSpc>
                <a:spcPct val="150000"/>
              </a:lnSpc>
              <a:spcBef>
                <a:spcPts val="0"/>
              </a:spcBef>
              <a:spcAft>
                <a:spcPts val="0"/>
              </a:spcAft>
              <a:buSzPts val="2800"/>
              <a:buNone/>
            </a:pPr>
            <a:r>
              <a:rPr lang="en" sz="2000"/>
              <a:t># Documentation updated… we need living docs</a:t>
            </a:r>
            <a:endParaRPr sz="2000"/>
          </a:p>
          <a:p>
            <a:pPr indent="0" lvl="0" marL="0" rtl="0" algn="l">
              <a:lnSpc>
                <a:spcPct val="80000"/>
              </a:lnSpc>
              <a:spcBef>
                <a:spcPts val="0"/>
              </a:spcBef>
              <a:spcAft>
                <a:spcPts val="0"/>
              </a:spcAft>
              <a:buSzPts val="2800"/>
              <a:buNone/>
            </a:pPr>
            <a:br>
              <a:rPr lang="en" sz="2000"/>
            </a:br>
            <a:endParaRPr sz="2000"/>
          </a:p>
        </p:txBody>
      </p:sp>
      <p:pic>
        <p:nvPicPr>
          <p:cNvPr id="468" name="Google Shape;468;p42"/>
          <p:cNvPicPr preferRelativeResize="0"/>
          <p:nvPr/>
        </p:nvPicPr>
        <p:blipFill>
          <a:blip r:embed="rId3">
            <a:alphaModFix/>
          </a:blip>
          <a:stretch>
            <a:fillRect/>
          </a:stretch>
        </p:blipFill>
        <p:spPr>
          <a:xfrm>
            <a:off x="7228475" y="3879150"/>
            <a:ext cx="1663123" cy="11087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43"/>
          <p:cNvSpPr txBox="1"/>
          <p:nvPr>
            <p:ph idx="4" type="title"/>
          </p:nvPr>
        </p:nvSpPr>
        <p:spPr>
          <a:xfrm>
            <a:off x="699975" y="734275"/>
            <a:ext cx="8064300" cy="703200"/>
          </a:xfrm>
          <a:prstGeom prst="rect">
            <a:avLst/>
          </a:prstGeom>
        </p:spPr>
        <p:txBody>
          <a:bodyPr anchorCtr="0" anchor="t" bIns="0" lIns="0" spcFirstLastPara="1" rIns="0" wrap="square" tIns="0">
            <a:noAutofit/>
          </a:bodyPr>
          <a:lstStyle/>
          <a:p>
            <a:pPr indent="0" lvl="0" marL="0" rtl="0" algn="l">
              <a:lnSpc>
                <a:spcPct val="80000"/>
              </a:lnSpc>
              <a:spcBef>
                <a:spcPts val="0"/>
              </a:spcBef>
              <a:spcAft>
                <a:spcPts val="0"/>
              </a:spcAft>
              <a:buSzPts val="2800"/>
              <a:buNone/>
            </a:pPr>
            <a:r>
              <a:rPr lang="en" sz="5400"/>
              <a:t>Solution</a:t>
            </a:r>
            <a:r>
              <a:rPr lang="en" sz="5400"/>
              <a:t>:</a:t>
            </a:r>
            <a:endParaRPr sz="5400"/>
          </a:p>
        </p:txBody>
      </p:sp>
      <p:sp>
        <p:nvSpPr>
          <p:cNvPr id="474" name="Google Shape;474;p43"/>
          <p:cNvSpPr txBox="1"/>
          <p:nvPr>
            <p:ph idx="2" type="title"/>
          </p:nvPr>
        </p:nvSpPr>
        <p:spPr>
          <a:xfrm>
            <a:off x="699978" y="4174219"/>
            <a:ext cx="4909500" cy="330300"/>
          </a:xfrm>
          <a:prstGeom prst="rect">
            <a:avLst/>
          </a:prstGeom>
        </p:spPr>
        <p:txBody>
          <a:bodyPr anchorCtr="0" anchor="ctr" bIns="0" lIns="0" spcFirstLastPara="1" rIns="0" wrap="square" tIns="0">
            <a:normAutofit/>
          </a:bodyPr>
          <a:lstStyle/>
          <a:p>
            <a:pPr indent="0" lvl="0" marL="0" rtl="0" algn="l">
              <a:lnSpc>
                <a:spcPct val="80000"/>
              </a:lnSpc>
              <a:spcBef>
                <a:spcPts val="0"/>
              </a:spcBef>
              <a:spcAft>
                <a:spcPts val="0"/>
              </a:spcAft>
              <a:buSzPts val="1500"/>
              <a:buNone/>
            </a:pPr>
            <a:r>
              <a:rPr lang="en"/>
              <a:t>aladroc.io</a:t>
            </a:r>
            <a:endParaRPr/>
          </a:p>
        </p:txBody>
      </p:sp>
      <p:sp>
        <p:nvSpPr>
          <p:cNvPr id="475" name="Google Shape;475;p43"/>
          <p:cNvSpPr txBox="1"/>
          <p:nvPr>
            <p:ph idx="4" type="title"/>
          </p:nvPr>
        </p:nvSpPr>
        <p:spPr>
          <a:xfrm>
            <a:off x="1205000" y="1562625"/>
            <a:ext cx="6494700" cy="2034600"/>
          </a:xfrm>
          <a:prstGeom prst="rect">
            <a:avLst/>
          </a:prstGeom>
        </p:spPr>
        <p:txBody>
          <a:bodyPr anchorCtr="0" anchor="t" bIns="0" lIns="0" spcFirstLastPara="1" rIns="0" wrap="square" tIns="0">
            <a:noAutofit/>
          </a:bodyPr>
          <a:lstStyle/>
          <a:p>
            <a:pPr indent="0" lvl="0" marL="0" rtl="0" algn="l">
              <a:lnSpc>
                <a:spcPct val="150000"/>
              </a:lnSpc>
              <a:spcBef>
                <a:spcPts val="0"/>
              </a:spcBef>
              <a:spcAft>
                <a:spcPts val="0"/>
              </a:spcAft>
              <a:buSzPts val="2800"/>
              <a:buNone/>
            </a:pPr>
            <a:r>
              <a:rPr lang="en" sz="2000"/>
              <a:t># Visual coding using grafical interface workflows</a:t>
            </a:r>
            <a:br>
              <a:rPr lang="en" sz="2000"/>
            </a:br>
            <a:r>
              <a:rPr lang="en" sz="2000"/>
              <a:t># AI on premises or on cloud not important</a:t>
            </a:r>
            <a:endParaRPr sz="2000"/>
          </a:p>
          <a:p>
            <a:pPr indent="0" lvl="0" marL="0" rtl="0" algn="l">
              <a:lnSpc>
                <a:spcPct val="150000"/>
              </a:lnSpc>
              <a:spcBef>
                <a:spcPts val="0"/>
              </a:spcBef>
              <a:spcAft>
                <a:spcPts val="0"/>
              </a:spcAft>
              <a:buSzPts val="2800"/>
              <a:buNone/>
            </a:pPr>
            <a:r>
              <a:rPr lang="en" sz="2000"/>
              <a:t># Workflows themselves can be generate using MCP</a:t>
            </a:r>
            <a:endParaRPr sz="2000"/>
          </a:p>
          <a:p>
            <a:pPr indent="0" lvl="0" marL="0" rtl="0" algn="l">
              <a:lnSpc>
                <a:spcPct val="150000"/>
              </a:lnSpc>
              <a:spcBef>
                <a:spcPts val="0"/>
              </a:spcBef>
              <a:spcAft>
                <a:spcPts val="0"/>
              </a:spcAft>
              <a:buSzPts val="2800"/>
              <a:buNone/>
            </a:pPr>
            <a:r>
              <a:rPr lang="en" sz="2000"/>
              <a:t># Its Free its </a:t>
            </a:r>
            <a:r>
              <a:rPr lang="en" sz="2000"/>
              <a:t>open source</a:t>
            </a:r>
            <a:r>
              <a:rPr lang="en" sz="2000"/>
              <a:t> and is a company behind it</a:t>
            </a:r>
            <a:endParaRPr sz="2000"/>
          </a:p>
          <a:p>
            <a:pPr indent="0" lvl="0" marL="0" rtl="0" algn="l">
              <a:lnSpc>
                <a:spcPct val="80000"/>
              </a:lnSpc>
              <a:spcBef>
                <a:spcPts val="0"/>
              </a:spcBef>
              <a:spcAft>
                <a:spcPts val="0"/>
              </a:spcAft>
              <a:buSzPts val="2800"/>
              <a:buNone/>
            </a:pPr>
            <a:br>
              <a:rPr lang="en" sz="2000"/>
            </a:br>
            <a:endParaRPr sz="2000"/>
          </a:p>
        </p:txBody>
      </p:sp>
      <p:pic>
        <p:nvPicPr>
          <p:cNvPr id="476" name="Google Shape;476;p43"/>
          <p:cNvPicPr preferRelativeResize="0"/>
          <p:nvPr/>
        </p:nvPicPr>
        <p:blipFill>
          <a:blip r:embed="rId3">
            <a:alphaModFix/>
          </a:blip>
          <a:stretch>
            <a:fillRect/>
          </a:stretch>
        </p:blipFill>
        <p:spPr>
          <a:xfrm>
            <a:off x="7228475" y="3879150"/>
            <a:ext cx="1663123" cy="11087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44"/>
          <p:cNvSpPr txBox="1"/>
          <p:nvPr>
            <p:ph idx="2" type="title"/>
          </p:nvPr>
        </p:nvSpPr>
        <p:spPr>
          <a:xfrm>
            <a:off x="699978" y="4174219"/>
            <a:ext cx="4909500" cy="330300"/>
          </a:xfrm>
          <a:prstGeom prst="rect">
            <a:avLst/>
          </a:prstGeom>
        </p:spPr>
        <p:txBody>
          <a:bodyPr anchorCtr="0" anchor="ctr" bIns="0" lIns="0" spcFirstLastPara="1" rIns="0" wrap="square" tIns="0">
            <a:normAutofit/>
          </a:bodyPr>
          <a:lstStyle/>
          <a:p>
            <a:pPr indent="0" lvl="0" marL="0" rtl="0" algn="l">
              <a:lnSpc>
                <a:spcPct val="80000"/>
              </a:lnSpc>
              <a:spcBef>
                <a:spcPts val="0"/>
              </a:spcBef>
              <a:spcAft>
                <a:spcPts val="0"/>
              </a:spcAft>
              <a:buSzPts val="1500"/>
              <a:buNone/>
            </a:pPr>
            <a:r>
              <a:rPr lang="en"/>
              <a:t>aladroc.io</a:t>
            </a:r>
            <a:endParaRPr/>
          </a:p>
        </p:txBody>
      </p:sp>
      <p:pic>
        <p:nvPicPr>
          <p:cNvPr id="482" name="Google Shape;482;p44"/>
          <p:cNvPicPr preferRelativeResize="0"/>
          <p:nvPr/>
        </p:nvPicPr>
        <p:blipFill>
          <a:blip r:embed="rId3">
            <a:alphaModFix/>
          </a:blip>
          <a:stretch>
            <a:fillRect/>
          </a:stretch>
        </p:blipFill>
        <p:spPr>
          <a:xfrm>
            <a:off x="7228475" y="3879150"/>
            <a:ext cx="1663123" cy="1108749"/>
          </a:xfrm>
          <a:prstGeom prst="rect">
            <a:avLst/>
          </a:prstGeom>
          <a:noFill/>
          <a:ln>
            <a:noFill/>
          </a:ln>
        </p:spPr>
      </p:pic>
      <p:sp>
        <p:nvSpPr>
          <p:cNvPr id="483" name="Google Shape;483;p44"/>
          <p:cNvSpPr txBox="1"/>
          <p:nvPr/>
        </p:nvSpPr>
        <p:spPr>
          <a:xfrm>
            <a:off x="2515138" y="2989825"/>
            <a:ext cx="3882900" cy="1514700"/>
          </a:xfrm>
          <a:prstGeom prst="rect">
            <a:avLst/>
          </a:prstGeom>
          <a:noFill/>
          <a:ln>
            <a:noFill/>
          </a:ln>
        </p:spPr>
        <p:txBody>
          <a:bodyPr anchorCtr="0" anchor="t" bIns="91425" lIns="91425" spcFirstLastPara="1" rIns="91425" wrap="square" tIns="91425">
            <a:spAutoFit/>
          </a:bodyPr>
          <a:lstStyle/>
          <a:p>
            <a:pPr indent="0" lvl="0" marL="0" rtl="0" algn="ctr">
              <a:lnSpc>
                <a:spcPct val="80000"/>
              </a:lnSpc>
              <a:spcBef>
                <a:spcPts val="0"/>
              </a:spcBef>
              <a:spcAft>
                <a:spcPts val="0"/>
              </a:spcAft>
              <a:buNone/>
            </a:pPr>
            <a:r>
              <a:rPr lang="en" sz="5400">
                <a:solidFill>
                  <a:schemeClr val="lt2"/>
                </a:solidFill>
                <a:latin typeface="Space Grotesk"/>
                <a:ea typeface="Space Grotesk"/>
                <a:cs typeface="Space Grotesk"/>
                <a:sym typeface="Space Grotesk"/>
              </a:rPr>
              <a:t>Boom!!!</a:t>
            </a:r>
            <a:br>
              <a:rPr lang="en" sz="5400">
                <a:solidFill>
                  <a:schemeClr val="lt2"/>
                </a:solidFill>
                <a:latin typeface="Space Grotesk"/>
                <a:ea typeface="Space Grotesk"/>
                <a:cs typeface="Space Grotesk"/>
                <a:sym typeface="Space Grotesk"/>
              </a:rPr>
            </a:br>
            <a:r>
              <a:rPr lang="en" sz="5400">
                <a:solidFill>
                  <a:schemeClr val="lt2"/>
                </a:solidFill>
                <a:latin typeface="Space Grotesk"/>
                <a:ea typeface="Space Grotesk"/>
                <a:cs typeface="Space Grotesk"/>
                <a:sym typeface="Space Grotesk"/>
              </a:rPr>
              <a:t>n8n</a:t>
            </a:r>
            <a:endParaRPr/>
          </a:p>
        </p:txBody>
      </p:sp>
      <p:pic>
        <p:nvPicPr>
          <p:cNvPr id="484" name="Google Shape;484;p44"/>
          <p:cNvPicPr preferRelativeResize="0"/>
          <p:nvPr/>
        </p:nvPicPr>
        <p:blipFill>
          <a:blip r:embed="rId4">
            <a:alphaModFix/>
          </a:blip>
          <a:stretch>
            <a:fillRect/>
          </a:stretch>
        </p:blipFill>
        <p:spPr>
          <a:xfrm rot="-1357830">
            <a:off x="422748" y="678048"/>
            <a:ext cx="2436000" cy="1593553"/>
          </a:xfrm>
          <a:prstGeom prst="rect">
            <a:avLst/>
          </a:prstGeom>
          <a:noFill/>
          <a:ln>
            <a:noFill/>
          </a:ln>
        </p:spPr>
      </p:pic>
      <p:pic>
        <p:nvPicPr>
          <p:cNvPr id="485" name="Google Shape;485;p44"/>
          <p:cNvPicPr preferRelativeResize="0"/>
          <p:nvPr/>
        </p:nvPicPr>
        <p:blipFill>
          <a:blip r:embed="rId4">
            <a:alphaModFix/>
          </a:blip>
          <a:stretch>
            <a:fillRect/>
          </a:stretch>
        </p:blipFill>
        <p:spPr>
          <a:xfrm rot="1996204">
            <a:off x="6200450" y="912502"/>
            <a:ext cx="2908200" cy="1902447"/>
          </a:xfrm>
          <a:prstGeom prst="rect">
            <a:avLst/>
          </a:prstGeom>
          <a:noFill/>
          <a:ln>
            <a:noFill/>
          </a:ln>
        </p:spPr>
      </p:pic>
      <p:pic>
        <p:nvPicPr>
          <p:cNvPr id="486" name="Google Shape;486;p44"/>
          <p:cNvPicPr preferRelativeResize="0"/>
          <p:nvPr/>
        </p:nvPicPr>
        <p:blipFill>
          <a:blip r:embed="rId4">
            <a:alphaModFix/>
          </a:blip>
          <a:stretch>
            <a:fillRect/>
          </a:stretch>
        </p:blipFill>
        <p:spPr>
          <a:xfrm>
            <a:off x="2772400" y="615650"/>
            <a:ext cx="3368375" cy="220347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45"/>
          <p:cNvSpPr txBox="1"/>
          <p:nvPr>
            <p:ph idx="4" type="title"/>
          </p:nvPr>
        </p:nvSpPr>
        <p:spPr>
          <a:xfrm>
            <a:off x="699975" y="734275"/>
            <a:ext cx="8064300" cy="703200"/>
          </a:xfrm>
          <a:prstGeom prst="rect">
            <a:avLst/>
          </a:prstGeom>
        </p:spPr>
        <p:txBody>
          <a:bodyPr anchorCtr="0" anchor="t" bIns="0" lIns="0" spcFirstLastPara="1" rIns="0" wrap="square" tIns="0">
            <a:noAutofit/>
          </a:bodyPr>
          <a:lstStyle/>
          <a:p>
            <a:pPr indent="0" lvl="0" marL="0" rtl="0" algn="l">
              <a:lnSpc>
                <a:spcPct val="80000"/>
              </a:lnSpc>
              <a:spcBef>
                <a:spcPts val="0"/>
              </a:spcBef>
              <a:spcAft>
                <a:spcPts val="0"/>
              </a:spcAft>
              <a:buSzPts val="2800"/>
              <a:buNone/>
            </a:pPr>
            <a:r>
              <a:rPr lang="en" sz="5400"/>
              <a:t>Today</a:t>
            </a:r>
            <a:r>
              <a:rPr lang="en" sz="5400"/>
              <a:t>:</a:t>
            </a:r>
            <a:endParaRPr sz="5400"/>
          </a:p>
        </p:txBody>
      </p:sp>
      <p:sp>
        <p:nvSpPr>
          <p:cNvPr id="492" name="Google Shape;492;p45"/>
          <p:cNvSpPr txBox="1"/>
          <p:nvPr>
            <p:ph idx="2" type="title"/>
          </p:nvPr>
        </p:nvSpPr>
        <p:spPr>
          <a:xfrm>
            <a:off x="699978" y="4174219"/>
            <a:ext cx="4909500" cy="330300"/>
          </a:xfrm>
          <a:prstGeom prst="rect">
            <a:avLst/>
          </a:prstGeom>
        </p:spPr>
        <p:txBody>
          <a:bodyPr anchorCtr="0" anchor="ctr" bIns="0" lIns="0" spcFirstLastPara="1" rIns="0" wrap="square" tIns="0">
            <a:normAutofit/>
          </a:bodyPr>
          <a:lstStyle/>
          <a:p>
            <a:pPr indent="0" lvl="0" marL="0" rtl="0" algn="l">
              <a:lnSpc>
                <a:spcPct val="80000"/>
              </a:lnSpc>
              <a:spcBef>
                <a:spcPts val="0"/>
              </a:spcBef>
              <a:spcAft>
                <a:spcPts val="0"/>
              </a:spcAft>
              <a:buSzPts val="1500"/>
              <a:buNone/>
            </a:pPr>
            <a:r>
              <a:rPr lang="en"/>
              <a:t>aladroc.io</a:t>
            </a:r>
            <a:endParaRPr/>
          </a:p>
        </p:txBody>
      </p:sp>
      <p:sp>
        <p:nvSpPr>
          <p:cNvPr id="493" name="Google Shape;493;p45"/>
          <p:cNvSpPr txBox="1"/>
          <p:nvPr>
            <p:ph idx="4" type="title"/>
          </p:nvPr>
        </p:nvSpPr>
        <p:spPr>
          <a:xfrm>
            <a:off x="1205000" y="1562625"/>
            <a:ext cx="6494700" cy="901200"/>
          </a:xfrm>
          <a:prstGeom prst="rect">
            <a:avLst/>
          </a:prstGeom>
        </p:spPr>
        <p:txBody>
          <a:bodyPr anchorCtr="0" anchor="t" bIns="0" lIns="0" spcFirstLastPara="1" rIns="0" wrap="square" tIns="0">
            <a:noAutofit/>
          </a:bodyPr>
          <a:lstStyle/>
          <a:p>
            <a:pPr indent="0" lvl="0" marL="0" rtl="0" algn="l">
              <a:lnSpc>
                <a:spcPct val="150000"/>
              </a:lnSpc>
              <a:spcBef>
                <a:spcPts val="0"/>
              </a:spcBef>
              <a:spcAft>
                <a:spcPts val="0"/>
              </a:spcAft>
              <a:buSzPts val="2800"/>
              <a:buNone/>
            </a:pPr>
            <a:r>
              <a:rPr lang="en" sz="2000"/>
              <a:t># Getting Started flow + simple AI</a:t>
            </a:r>
            <a:br>
              <a:rPr lang="en" sz="2000"/>
            </a:br>
            <a:r>
              <a:rPr lang="en" sz="2000"/>
              <a:t># ChatBots :: My virtual Employee Terry</a:t>
            </a:r>
            <a:endParaRPr sz="2000"/>
          </a:p>
          <a:p>
            <a:pPr indent="0" lvl="0" marL="0" rtl="0" algn="l">
              <a:lnSpc>
                <a:spcPct val="80000"/>
              </a:lnSpc>
              <a:spcBef>
                <a:spcPts val="0"/>
              </a:spcBef>
              <a:spcAft>
                <a:spcPts val="0"/>
              </a:spcAft>
              <a:buSzPts val="2800"/>
              <a:buNone/>
            </a:pPr>
            <a:br>
              <a:rPr lang="en" sz="2000"/>
            </a:br>
            <a:endParaRPr sz="2000"/>
          </a:p>
        </p:txBody>
      </p:sp>
      <p:pic>
        <p:nvPicPr>
          <p:cNvPr id="494" name="Google Shape;494;p45"/>
          <p:cNvPicPr preferRelativeResize="0"/>
          <p:nvPr/>
        </p:nvPicPr>
        <p:blipFill>
          <a:blip r:embed="rId3">
            <a:alphaModFix/>
          </a:blip>
          <a:stretch>
            <a:fillRect/>
          </a:stretch>
        </p:blipFill>
        <p:spPr>
          <a:xfrm>
            <a:off x="7228475" y="3879150"/>
            <a:ext cx="1663123" cy="1108749"/>
          </a:xfrm>
          <a:prstGeom prst="rect">
            <a:avLst/>
          </a:prstGeom>
          <a:noFill/>
          <a:ln>
            <a:noFill/>
          </a:ln>
        </p:spPr>
      </p:pic>
      <p:sp>
        <p:nvSpPr>
          <p:cNvPr id="495" name="Google Shape;495;p45"/>
          <p:cNvSpPr txBox="1"/>
          <p:nvPr>
            <p:ph idx="4" type="title"/>
          </p:nvPr>
        </p:nvSpPr>
        <p:spPr>
          <a:xfrm>
            <a:off x="1018600" y="2720888"/>
            <a:ext cx="6494700" cy="901200"/>
          </a:xfrm>
          <a:prstGeom prst="rect">
            <a:avLst/>
          </a:prstGeom>
        </p:spPr>
        <p:txBody>
          <a:bodyPr anchorCtr="0" anchor="t" bIns="0" lIns="0" spcFirstLastPara="1" rIns="0" wrap="square" tIns="0">
            <a:noAutofit/>
          </a:bodyPr>
          <a:lstStyle/>
          <a:p>
            <a:pPr indent="0" lvl="0" marL="0" rtl="0" algn="l">
              <a:lnSpc>
                <a:spcPct val="150000"/>
              </a:lnSpc>
              <a:spcBef>
                <a:spcPts val="0"/>
              </a:spcBef>
              <a:spcAft>
                <a:spcPts val="0"/>
              </a:spcAft>
              <a:buSzPts val="2800"/>
              <a:buNone/>
            </a:pPr>
            <a:r>
              <a:rPr lang="en" sz="2000"/>
              <a:t>Time is limited today</a:t>
            </a:r>
            <a:br>
              <a:rPr lang="en" sz="2000"/>
            </a:br>
            <a:r>
              <a:rPr lang="en" sz="2000"/>
              <a:t>      I will be jumping uninteresting parts</a:t>
            </a:r>
            <a:endParaRPr sz="2000"/>
          </a:p>
          <a:p>
            <a:pPr indent="0" lvl="0" marL="0" rtl="0" algn="l">
              <a:lnSpc>
                <a:spcPct val="80000"/>
              </a:lnSpc>
              <a:spcBef>
                <a:spcPts val="0"/>
              </a:spcBef>
              <a:spcAft>
                <a:spcPts val="0"/>
              </a:spcAft>
              <a:buSzPts val="2800"/>
              <a:buNone/>
            </a:pPr>
            <a:br>
              <a:rPr lang="en" sz="2000"/>
            </a:b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46"/>
          <p:cNvSpPr txBox="1"/>
          <p:nvPr>
            <p:ph idx="2" type="title"/>
          </p:nvPr>
        </p:nvSpPr>
        <p:spPr>
          <a:xfrm>
            <a:off x="699978" y="4174219"/>
            <a:ext cx="4909500" cy="330300"/>
          </a:xfrm>
          <a:prstGeom prst="rect">
            <a:avLst/>
          </a:prstGeom>
        </p:spPr>
        <p:txBody>
          <a:bodyPr anchorCtr="0" anchor="ctr" bIns="0" lIns="0" spcFirstLastPara="1" rIns="0" wrap="square" tIns="0">
            <a:normAutofit/>
          </a:bodyPr>
          <a:lstStyle/>
          <a:p>
            <a:pPr indent="0" lvl="0" marL="0" rtl="0" algn="l">
              <a:lnSpc>
                <a:spcPct val="80000"/>
              </a:lnSpc>
              <a:spcBef>
                <a:spcPts val="0"/>
              </a:spcBef>
              <a:spcAft>
                <a:spcPts val="0"/>
              </a:spcAft>
              <a:buSzPts val="1500"/>
              <a:buNone/>
            </a:pPr>
            <a:r>
              <a:rPr lang="en"/>
              <a:t>aladroc.io</a:t>
            </a:r>
            <a:endParaRPr/>
          </a:p>
        </p:txBody>
      </p:sp>
      <p:pic>
        <p:nvPicPr>
          <p:cNvPr id="501" name="Google Shape;501;p46"/>
          <p:cNvPicPr preferRelativeResize="0"/>
          <p:nvPr/>
        </p:nvPicPr>
        <p:blipFill>
          <a:blip r:embed="rId3">
            <a:alphaModFix/>
          </a:blip>
          <a:stretch>
            <a:fillRect/>
          </a:stretch>
        </p:blipFill>
        <p:spPr>
          <a:xfrm>
            <a:off x="7228475" y="3879150"/>
            <a:ext cx="1663123" cy="1108749"/>
          </a:xfrm>
          <a:prstGeom prst="rect">
            <a:avLst/>
          </a:prstGeom>
          <a:noFill/>
          <a:ln>
            <a:noFill/>
          </a:ln>
        </p:spPr>
      </p:pic>
      <p:pic>
        <p:nvPicPr>
          <p:cNvPr descr="Start using n8n with a VPS via https://hostinger.com/ncn8n + use code NETWORKCHUCK for a discount. &#10;&#10;You NEED to use n8n RIGHT NOW!! It’s a powerful, free, open-source automation tool that will change your life. It destroys Zapier and IFTTT thanks to its power, and its privacy. In this video, I’ll walk you through exactly how to set up n8n, explain the basics, and help you build your very first automation workflows. Grab your coffee, let’s automate EVERYTHING.&#10;&#10;&#10;WALKTHROUGH / RESOURCES:&#10;&#10;🏠 On-Prem Install Video: https://youtu.be/-ErfsM2TYsM&#10;🌐 N8n’s official website: https://n8n.io&#10;&#10;&#10;🔥🔥Join the NetworkChuck Academy!: https://ntck.co/NCAcademy &#10;&#10;&#10;&#10;**Sponsored by Hostinger &#10;&#10;&#10;TIMESTAMPS: &#10;&#10;0:00 - Intro - What is N8n?&#10;2:05 - set up cloud account&#10;3:05 - Activate N8n&#10;3:36 - Setting up an automation&#10;6:42 - sending automation through nodes&#10;8:54 - Configuring nodes&#10;10:14 - creating limit node&#10;10:40 - setting up command line node&#10;11:45 - setting up merge node&#10;14:00 - Implementing AI&#10;17:58 - Creating 2nd work flow&#10;19:22 - Creating edit field node&#10;20:44 - Adding YouTube Channels&#10;22:34 - adding filter&#10;24:52 - AI agents&#10;&#10;&#10;&#10;&#10;SUPPORT NETWORKCHUCK&#10;---------------------------------------------------&#10;➡️NetworkChuck membership: https://ntck.co/Premium &#10;☕☕ COFFEE and MERCH: https://ntck.co/coffee &#10;&#10;Check out my new channel: https://ntck.co/ncclips &#10;&#10;🆘🆘NEED HELP?? Join the Discord Server: https://discord.gg/networkchuck &#10;&#10;STUDY WITH ME on Twitch: https://bit.ly/nc_twitch &#10;&#10;READY TO LEARN??&#10;---------------------------------------------------&#10;-Learn Python: https://bit.ly/3rzZjzz &#10;-Get your CCNA: https://bit.ly/nc-ccna &#10;&#10;FOLLOW ME EVERYWHERE&#10;---------------------------------------------------&#10;Instagram: https://www.instagram.com/networkchuck/ &#10;Twitter: https://twitter.com/networkchuck &#10;Facebook: https://www.facebook.com/NetworkChuck/ &#10;Join the Discord server: http://bit.ly/nc-discord &#10;&#10;&#10;&#10;&#10;AFFILIATES &amp; REFERRALS&#10;---------------------------------------------------&#10;(GEAR I USE...STUFF I RECOMMEND)&#10;My network gear: https://geni.us/L6wyIUj &#10;Amazon Affiliate Store: https://www.amazon.com/shop/networkchuck &#10;Buy a Raspberry Pi: https://geni.us/aBeqAL&#10;Do you want to know how I draw on the screen?? Go to https://ntck.co/EpicPen and use code NetworkChuck to get 20% off!! &#10;fast and reliable unifi in the cloud: https://hostifi.com/?via=chuck&#10;&#10;&#10;“Why You Should Use n8n Instead of Zapier or IFTTT”&#10;“How to Set Up n8n: The Ultimate Automation Tool”&#10;“Automate Your Entire Life with n8n (Seriously)”&#10;“The Best Open Source Automation Tool You’ve Never Heard Of”&#10;“Build AI-Powered Automations with n8n”&#10;“How I Automated My Home Lab with n8n”&#10;“Zapier Alternative You Can Host Yourself (n8n Tutorial)”&#10;“From Zero to n8n Master: Full Setup and Guide”&#10;“How to Automate News, Emails, and AI Workflows Using n8n”&#10;“n8n Tutorial for Beginners: Automate Everything”&#10;“Stop Using IFTTT—Use n8n Instead!”&#10;“n8n + AI = The Most Insane Automations”&#10;“n8n Home Lab Setup: Monitoring, Automation, and More”&#10;“How to Build a Private Automation Server with n8n”&#10;“Automate Reddit, YouTube, and Hacker News with n8n”&#10;“The Easiest Way to Build Your First Automation (n8n Tutorial)”&#10;“Send Daily AI Summarized News Digests Using n8n”&#10;“Best Open Source Workflow Automation Tool in 2025”&#10;“Create an AI Agent That Monitors Your Network with n8n”&#10;“n8n Setup Guide: Automate Your Entire Life (Locally)”&#10;&#10;&#10;#automation #n8n #opensource" id="502" name="Google Shape;502;p46" title="You NEED to Use n8n RIGHT NOW!! (Free, Local, Private)">
            <a:hlinkClick r:id="rId4"/>
          </p:cNvPr>
          <p:cNvPicPr preferRelativeResize="0"/>
          <p:nvPr/>
        </p:nvPicPr>
        <p:blipFill>
          <a:blip r:embed="rId5">
            <a:alphaModFix/>
          </a:blip>
          <a:stretch>
            <a:fillRect/>
          </a:stretch>
        </p:blipFill>
        <p:spPr>
          <a:xfrm>
            <a:off x="1738575" y="1254952"/>
            <a:ext cx="5245175" cy="2950400"/>
          </a:xfrm>
          <a:prstGeom prst="rect">
            <a:avLst/>
          </a:prstGeom>
          <a:noFill/>
          <a:ln>
            <a:noFill/>
          </a:ln>
        </p:spPr>
      </p:pic>
      <p:sp>
        <p:nvSpPr>
          <p:cNvPr id="503" name="Google Shape;503;p46"/>
          <p:cNvSpPr txBox="1"/>
          <p:nvPr>
            <p:ph idx="4" type="title"/>
          </p:nvPr>
        </p:nvSpPr>
        <p:spPr>
          <a:xfrm>
            <a:off x="375225" y="480200"/>
            <a:ext cx="4460400" cy="409200"/>
          </a:xfrm>
          <a:prstGeom prst="rect">
            <a:avLst/>
          </a:prstGeom>
        </p:spPr>
        <p:txBody>
          <a:bodyPr anchorCtr="0" anchor="t" bIns="0" lIns="0" spcFirstLastPara="1" rIns="0" wrap="square" tIns="0">
            <a:noAutofit/>
          </a:bodyPr>
          <a:lstStyle/>
          <a:p>
            <a:pPr indent="0" lvl="0" marL="0" rtl="0" algn="l">
              <a:lnSpc>
                <a:spcPct val="80000"/>
              </a:lnSpc>
              <a:spcBef>
                <a:spcPts val="0"/>
              </a:spcBef>
              <a:spcAft>
                <a:spcPts val="0"/>
              </a:spcAft>
              <a:buSzPts val="2800"/>
              <a:buNone/>
            </a:pPr>
            <a:r>
              <a:rPr lang="en" sz="2000"/>
              <a:t>n8n: Basic Workflows + simple AI</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2"/>
                                        </p:tgtEl>
                                        <p:attrNameLst>
                                          <p:attrName>style.visibility</p:attrName>
                                        </p:attrNameLst>
                                      </p:cBhvr>
                                      <p:to>
                                        <p:strVal val="visible"/>
                                      </p:to>
                                    </p:set>
                                    <p:animEffect filter="fade" transition="in">
                                      <p:cBhvr>
                                        <p:cTn dur="1000"/>
                                        <p:tgtEl>
                                          <p:spTgt spid="5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47"/>
          <p:cNvSpPr txBox="1"/>
          <p:nvPr>
            <p:ph idx="2" type="title"/>
          </p:nvPr>
        </p:nvSpPr>
        <p:spPr>
          <a:xfrm>
            <a:off x="699978" y="4174219"/>
            <a:ext cx="4909500" cy="330300"/>
          </a:xfrm>
          <a:prstGeom prst="rect">
            <a:avLst/>
          </a:prstGeom>
        </p:spPr>
        <p:txBody>
          <a:bodyPr anchorCtr="0" anchor="ctr" bIns="0" lIns="0" spcFirstLastPara="1" rIns="0" wrap="square" tIns="0">
            <a:normAutofit/>
          </a:bodyPr>
          <a:lstStyle/>
          <a:p>
            <a:pPr indent="0" lvl="0" marL="0" rtl="0" algn="l">
              <a:lnSpc>
                <a:spcPct val="80000"/>
              </a:lnSpc>
              <a:spcBef>
                <a:spcPts val="0"/>
              </a:spcBef>
              <a:spcAft>
                <a:spcPts val="0"/>
              </a:spcAft>
              <a:buSzPts val="1500"/>
              <a:buNone/>
            </a:pPr>
            <a:r>
              <a:rPr lang="en"/>
              <a:t>aladroc.io</a:t>
            </a:r>
            <a:endParaRPr/>
          </a:p>
        </p:txBody>
      </p:sp>
      <p:pic>
        <p:nvPicPr>
          <p:cNvPr id="509" name="Google Shape;509;p47"/>
          <p:cNvPicPr preferRelativeResize="0"/>
          <p:nvPr/>
        </p:nvPicPr>
        <p:blipFill>
          <a:blip r:embed="rId3">
            <a:alphaModFix/>
          </a:blip>
          <a:stretch>
            <a:fillRect/>
          </a:stretch>
        </p:blipFill>
        <p:spPr>
          <a:xfrm>
            <a:off x="7228475" y="3879150"/>
            <a:ext cx="1663123" cy="1108749"/>
          </a:xfrm>
          <a:prstGeom prst="rect">
            <a:avLst/>
          </a:prstGeom>
          <a:noFill/>
          <a:ln>
            <a:noFill/>
          </a:ln>
        </p:spPr>
      </p:pic>
      <p:sp>
        <p:nvSpPr>
          <p:cNvPr id="510" name="Google Shape;510;p47"/>
          <p:cNvSpPr txBox="1"/>
          <p:nvPr>
            <p:ph idx="4" type="title"/>
          </p:nvPr>
        </p:nvSpPr>
        <p:spPr>
          <a:xfrm>
            <a:off x="375225" y="480200"/>
            <a:ext cx="4460400" cy="409200"/>
          </a:xfrm>
          <a:prstGeom prst="rect">
            <a:avLst/>
          </a:prstGeom>
        </p:spPr>
        <p:txBody>
          <a:bodyPr anchorCtr="0" anchor="t" bIns="0" lIns="0" spcFirstLastPara="1" rIns="0" wrap="square" tIns="0">
            <a:noAutofit/>
          </a:bodyPr>
          <a:lstStyle/>
          <a:p>
            <a:pPr indent="0" lvl="0" marL="0" rtl="0" algn="l">
              <a:lnSpc>
                <a:spcPct val="80000"/>
              </a:lnSpc>
              <a:spcBef>
                <a:spcPts val="0"/>
              </a:spcBef>
              <a:spcAft>
                <a:spcPts val="0"/>
              </a:spcAft>
              <a:buSzPts val="2800"/>
              <a:buNone/>
            </a:pPr>
            <a:r>
              <a:rPr lang="en" sz="2000"/>
              <a:t>n8n: My virtual employee Terry</a:t>
            </a:r>
            <a:endParaRPr sz="2000"/>
          </a:p>
        </p:txBody>
      </p:sp>
      <p:pic>
        <p:nvPicPr>
          <p:cNvPr descr="Setup n8n in 5 min with https://hostinger.com/ncn8n + use code NETWORKCHUCK for a discount. &#10;&#10;In this video, I take n8n to the NEXT LEVEL by building an AI agent. Meet my new IT employee “Terry” who can monitor, troubleshoot, and even fix my homelab. From Docker containers to Plex, Proxmox, and UniFi, Terry learns how to keep everything running smoothly. This is not just automation; this is AI running my ENTIRE homelab.&#10;&#10;GUIDE / RESOURCES:&#10;&#10;📃 Guide / Documentation: https://github.com/theNetworkChuck/n8n-terry-guide&#10;&#10;📺 Part 1 (Baby Terry – first n8n video): https://youtu.be/ONgECvZNI3o?si=xCwIMQLjIjug-hNP&#10;&#10;&#10;TIMESTAMPS:&#10;&#10;0:00 - Intro: Meet Terminator Terry (The AI IT Employee)&#10;0:58 - Employee Onboarding: Teaching Terry the Basics&#10;2:22 - Setting Up n8n in the Cloud (Hostinger Setup)&#10;2:58 - Connecting Terry to Your Homelab with Twingate&#10;3:15 - Building Terry's First Workflow in n8n&#10;4:01 - Creating a Test Website (Docker Container Setup)&#10;5:00 - Terry's First Tool: HTTP Request (Website Monitoring)&#10;6:11 - Teaching Terry to Monitor Like a Human&#10;7:43 - Terry's Second Tool: SSH Access (Docker Commands)&#10;10:00 - Converting SSH to a Workflow Tool&#10;11:06 - Terry Learns to Troubleshoot (Docker PS &amp; Inspect)&#10;13:05 - Giving Terry More Freedom (Dynamic Commands)&#10;14:16 - Making Terry Autonomous (Schedule Trigger Setup)&#10;17:54 - Telegram Notifications: Terry Reports Back&#10;19:24 - Structured Output: Teaching Terry Clean Data&#10;22:33 - Smart Filtering: Only Alert on Problems&#10;23:09 - Level 2 Engineer: Teaching Terry to Fix Things&#10;24:49 - The Port Conflict Challenge (Terry's First Real Test)&#10;26:42 - Upgrading Terry's Brain (GPT-4 vs Mini)&#10;28:18 - Human-in-the-Loop: Taking Back Control&#10;30:27 - Setting Up Approval Workflows&#10;32:02 - Terry Asks Permission Before System Changes&#10;35:06 - Testing the Complete Workflow (Monitor → Troubleshoot → Approve → Fix)&#10;37:02 - Connecting Terry to Your Real Homelab&#10;37:40 - Unifi Network Control (API Integration)&#10;38:55 - Proxmox Integration (CLI &amp; API Access)&#10;&#10;&#10;&#10;&#10;&#10;🔥🔥Join the NetworkChuck Academy!: https://ntck.co/NCAcademy &#10;&#10;&#10;&#10;**Sponsored by Hostinger &#10;&#10;&#10;&#10;&#10;&#10;&#10;&#10;SUPPORT NETWORKCHUCK&#10;---------------------------------------------------&#10;➡️NetworkChuck membership: https://ntck.co/Premium &#10;☕☕ COFFEE and MERCH: https://ntck.co/coffee &#10;&#10;Check out my new channel: https://ntck.co/ncclips &#10;&#10;🆘🆘NEED HELP?? Join the Discord Server: https://discord.gg/networkchuck &#10;&#10;STUDY WITH ME on Twitch: https://bit.ly/nc_twitch &#10;&#10;READY TO LEARN??&#10;---------------------------------------------------&#10;-Learn Python: https://bit.ly/3rzZjzz &#10;-Get your CCNA: https://bit.ly/nc-ccna &#10;&#10;FOLLOW ME EVERYWHERE&#10;---------------------------------------------------&#10;Instagram: https://www.instagram.com/networkchuck/ &#10;Twitter: https://twitter.com/networkchuck &#10;Facebook: https://www.facebook.com/NetworkChuck/ &#10;Join the Discord server: http://bit.ly/nc-discord &#10;&#10;&#10;&#10;&#10;AFFILIATES &amp; REFERRALS&#10;---------------------------------------------------&#10;(GEAR I USE...STUFF I RECOMMEND)&#10;My network gear: https://geni.us/L6wyIUj &#10;Amazon Affiliate Store: https://www.amazon.com/shop/networkchuck &#10;Buy a Raspberry Pi: https://geni.us/aBeqAL&#10;Do you want to know how I draw on the screen?? Go to https://ntck.co/EpicPen and use code NetworkChuck to get 20% off!! &#10;fast and reliable unifi in the cloud: https://hostifi.com/?via=chuck&#10;&#10;how to use n8n to automate your homelab&#10;how to build an ai agent with n8n&#10;how to monitor docker containers with n8n&#10;how to automate proxmox with n8n&#10;how to set up plex monitoring in n8n&#10;how to use n8n with unifi&#10;how to make ai troubleshoot your server&#10;how to automate your home network with n8n&#10;how to connect telegram alerts to n8n&#10;how to build a self hosted ai helpdesk with n8n&#10;how to teach ai to monitor your website with n8n&#10;how to restart docker containers automatically with n8n&#10;how to use ssh in n8n workflows&#10;how to integrate api monitoring into n8n&#10;how to use n8n for server monitoring&#10;how to automate plex and unifi with n8n&#10;how to run ai workflows with n8n&#10;how to set up automated troubleshooting in n8n&#10;how to use n8n to fix server issues&#10;how to automate your homelab with ai&#10;&#10;&#10;#n8n #homelab #automation&#10;&#10;&#10;&#10;TAGS:&#10;&#10;n8n, home lab automation, AI agent, Terry the AI, Docker automation, Plex automation, Proxmox automation, UniFi API, IT automation, self-hosted AI, AI troubleshooting, network automation, Telegram alerts, DevOps tools, sysadmin tools, home lab project, monitor and fix servers, Docker containers, automation tutorial, NetworkChuck" id="511" name="Google Shape;511;p47" title="n8n Now Runs My ENTIRE Homelab">
            <a:hlinkClick r:id="rId4"/>
          </p:cNvPr>
          <p:cNvPicPr preferRelativeResize="0"/>
          <p:nvPr/>
        </p:nvPicPr>
        <p:blipFill>
          <a:blip r:embed="rId5">
            <a:alphaModFix/>
          </a:blip>
          <a:stretch>
            <a:fillRect/>
          </a:stretch>
        </p:blipFill>
        <p:spPr>
          <a:xfrm>
            <a:off x="1266225" y="841600"/>
            <a:ext cx="5774089" cy="3247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
                                        </p:tgtEl>
                                        <p:attrNameLst>
                                          <p:attrName>style.visibility</p:attrName>
                                        </p:attrNameLst>
                                      </p:cBhvr>
                                      <p:to>
                                        <p:strVal val="visible"/>
                                      </p:to>
                                    </p:set>
                                    <p:animEffect filter="fade" transition="in">
                                      <p:cBhvr>
                                        <p:cTn dur="1000"/>
                                        <p:tgtEl>
                                          <p:spTgt spid="5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48"/>
          <p:cNvSpPr txBox="1"/>
          <p:nvPr>
            <p:ph idx="2" type="title"/>
          </p:nvPr>
        </p:nvSpPr>
        <p:spPr>
          <a:xfrm>
            <a:off x="699978" y="4174219"/>
            <a:ext cx="4909500" cy="330300"/>
          </a:xfrm>
          <a:prstGeom prst="rect">
            <a:avLst/>
          </a:prstGeom>
        </p:spPr>
        <p:txBody>
          <a:bodyPr anchorCtr="0" anchor="ctr" bIns="0" lIns="0" spcFirstLastPara="1" rIns="0" wrap="square" tIns="0">
            <a:normAutofit/>
          </a:bodyPr>
          <a:lstStyle/>
          <a:p>
            <a:pPr indent="0" lvl="0" marL="0" rtl="0" algn="l">
              <a:lnSpc>
                <a:spcPct val="80000"/>
              </a:lnSpc>
              <a:spcBef>
                <a:spcPts val="0"/>
              </a:spcBef>
              <a:spcAft>
                <a:spcPts val="0"/>
              </a:spcAft>
              <a:buSzPts val="1500"/>
              <a:buNone/>
            </a:pPr>
            <a:r>
              <a:rPr lang="en"/>
              <a:t>aladroc.io</a:t>
            </a:r>
            <a:endParaRPr/>
          </a:p>
        </p:txBody>
      </p:sp>
      <p:pic>
        <p:nvPicPr>
          <p:cNvPr id="517" name="Google Shape;517;p48"/>
          <p:cNvPicPr preferRelativeResize="0"/>
          <p:nvPr/>
        </p:nvPicPr>
        <p:blipFill>
          <a:blip r:embed="rId3">
            <a:alphaModFix/>
          </a:blip>
          <a:stretch>
            <a:fillRect/>
          </a:stretch>
        </p:blipFill>
        <p:spPr>
          <a:xfrm>
            <a:off x="7228475" y="3879150"/>
            <a:ext cx="1663123" cy="1108749"/>
          </a:xfrm>
          <a:prstGeom prst="rect">
            <a:avLst/>
          </a:prstGeom>
          <a:noFill/>
          <a:ln>
            <a:noFill/>
          </a:ln>
        </p:spPr>
      </p:pic>
      <p:pic>
        <p:nvPicPr>
          <p:cNvPr id="518" name="Google Shape;518;p48" title="guy-long-hair.gif"/>
          <p:cNvPicPr preferRelativeResize="0"/>
          <p:nvPr/>
        </p:nvPicPr>
        <p:blipFill>
          <a:blip r:embed="rId4">
            <a:alphaModFix/>
          </a:blip>
          <a:stretch>
            <a:fillRect/>
          </a:stretch>
        </p:blipFill>
        <p:spPr>
          <a:xfrm>
            <a:off x="3244700" y="531125"/>
            <a:ext cx="2416444" cy="386941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49"/>
          <p:cNvSpPr txBox="1"/>
          <p:nvPr>
            <p:ph idx="2" type="title"/>
          </p:nvPr>
        </p:nvSpPr>
        <p:spPr>
          <a:xfrm>
            <a:off x="699978" y="4174219"/>
            <a:ext cx="4909500" cy="330300"/>
          </a:xfrm>
          <a:prstGeom prst="rect">
            <a:avLst/>
          </a:prstGeom>
        </p:spPr>
        <p:txBody>
          <a:bodyPr anchorCtr="0" anchor="ctr" bIns="0" lIns="0" spcFirstLastPara="1" rIns="0" wrap="square" tIns="0">
            <a:normAutofit/>
          </a:bodyPr>
          <a:lstStyle/>
          <a:p>
            <a:pPr indent="0" lvl="0" marL="0" rtl="0" algn="l">
              <a:lnSpc>
                <a:spcPct val="80000"/>
              </a:lnSpc>
              <a:spcBef>
                <a:spcPts val="0"/>
              </a:spcBef>
              <a:spcAft>
                <a:spcPts val="0"/>
              </a:spcAft>
              <a:buSzPts val="1500"/>
              <a:buNone/>
            </a:pPr>
            <a:r>
              <a:rPr lang="en"/>
              <a:t>aladroc.io</a:t>
            </a:r>
            <a:endParaRPr/>
          </a:p>
        </p:txBody>
      </p:sp>
      <p:pic>
        <p:nvPicPr>
          <p:cNvPr id="524" name="Google Shape;524;p49"/>
          <p:cNvPicPr preferRelativeResize="0"/>
          <p:nvPr/>
        </p:nvPicPr>
        <p:blipFill>
          <a:blip r:embed="rId3">
            <a:alphaModFix/>
          </a:blip>
          <a:stretch>
            <a:fillRect/>
          </a:stretch>
        </p:blipFill>
        <p:spPr>
          <a:xfrm>
            <a:off x="7228475" y="3879150"/>
            <a:ext cx="1663123" cy="1108749"/>
          </a:xfrm>
          <a:prstGeom prst="rect">
            <a:avLst/>
          </a:prstGeom>
          <a:noFill/>
          <a:ln>
            <a:noFill/>
          </a:ln>
        </p:spPr>
      </p:pic>
      <p:sp>
        <p:nvSpPr>
          <p:cNvPr id="525" name="Google Shape;525;p49"/>
          <p:cNvSpPr txBox="1"/>
          <p:nvPr>
            <p:ph idx="4" type="title"/>
          </p:nvPr>
        </p:nvSpPr>
        <p:spPr>
          <a:xfrm>
            <a:off x="3185550" y="742950"/>
            <a:ext cx="2772900" cy="411000"/>
          </a:xfrm>
          <a:prstGeom prst="rect">
            <a:avLst/>
          </a:prstGeom>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lnSpc>
                <a:spcPct val="80000"/>
              </a:lnSpc>
              <a:spcBef>
                <a:spcPts val="0"/>
              </a:spcBef>
              <a:spcAft>
                <a:spcPts val="0"/>
              </a:spcAft>
              <a:buSzPts val="2800"/>
              <a:buNone/>
            </a:pPr>
            <a:r>
              <a:rPr lang="en" sz="3000">
                <a:solidFill>
                  <a:srgbClr val="BF9000"/>
                </a:solidFill>
              </a:rPr>
              <a:t>Links &amp; thanks</a:t>
            </a:r>
            <a:endParaRPr sz="3000">
              <a:solidFill>
                <a:srgbClr val="BF9000"/>
              </a:solidFill>
            </a:endParaRPr>
          </a:p>
        </p:txBody>
      </p:sp>
      <p:sp>
        <p:nvSpPr>
          <p:cNvPr id="526" name="Google Shape;526;p49"/>
          <p:cNvSpPr txBox="1"/>
          <p:nvPr/>
        </p:nvSpPr>
        <p:spPr>
          <a:xfrm>
            <a:off x="565200" y="1103300"/>
            <a:ext cx="3770400" cy="3401100"/>
          </a:xfrm>
          <a:prstGeom prst="rect">
            <a:avLst/>
          </a:prstGeom>
          <a:noFill/>
          <a:ln>
            <a:noFill/>
          </a:ln>
        </p:spPr>
        <p:txBody>
          <a:bodyPr anchorCtr="0" anchor="t" bIns="91425" lIns="91425" spcFirstLastPara="1" rIns="91425" wrap="square" tIns="91425">
            <a:noAutofit/>
          </a:bodyPr>
          <a:lstStyle/>
          <a:p>
            <a:pPr indent="0" lvl="0" marL="0" rtl="0" algn="l">
              <a:lnSpc>
                <a:spcPct val="125000"/>
              </a:lnSpc>
              <a:spcBef>
                <a:spcPts val="1800"/>
              </a:spcBef>
              <a:spcAft>
                <a:spcPts val="0"/>
              </a:spcAft>
              <a:buNone/>
            </a:pPr>
            <a:r>
              <a:rPr b="1" lang="en" sz="2400">
                <a:solidFill>
                  <a:srgbClr val="F0F6FC"/>
                </a:solidFill>
                <a:highlight>
                  <a:schemeClr val="dk1"/>
                </a:highlight>
              </a:rPr>
              <a:t>| Links</a:t>
            </a:r>
            <a:endParaRPr b="1" sz="2400">
              <a:solidFill>
                <a:srgbClr val="F0F6FC"/>
              </a:solidFill>
              <a:highlight>
                <a:schemeClr val="dk1"/>
              </a:highlight>
            </a:endParaRPr>
          </a:p>
          <a:p>
            <a:pPr indent="-323850" lvl="0" marL="457200" rtl="0" algn="l">
              <a:lnSpc>
                <a:spcPct val="115000"/>
              </a:lnSpc>
              <a:spcBef>
                <a:spcPts val="1200"/>
              </a:spcBef>
              <a:spcAft>
                <a:spcPts val="0"/>
              </a:spcAft>
              <a:buClr>
                <a:srgbClr val="F0F6FC"/>
              </a:buClr>
              <a:buSzPts val="1500"/>
              <a:buChar char="●"/>
            </a:pPr>
            <a:r>
              <a:rPr b="1" lang="en" sz="1500">
                <a:solidFill>
                  <a:srgbClr val="F0F6FC"/>
                </a:solidFill>
                <a:highlight>
                  <a:schemeClr val="dk1"/>
                </a:highlight>
              </a:rPr>
              <a:t>https://n8n.io/</a:t>
            </a:r>
            <a:endParaRPr b="1" sz="1500">
              <a:solidFill>
                <a:srgbClr val="F0F6FC"/>
              </a:solidFill>
              <a:highlight>
                <a:schemeClr val="dk1"/>
              </a:highlight>
            </a:endParaRPr>
          </a:p>
          <a:p>
            <a:pPr indent="-323850" lvl="0" marL="457200" rtl="0" algn="l">
              <a:lnSpc>
                <a:spcPct val="115000"/>
              </a:lnSpc>
              <a:spcBef>
                <a:spcPts val="0"/>
              </a:spcBef>
              <a:spcAft>
                <a:spcPts val="0"/>
              </a:spcAft>
              <a:buClr>
                <a:srgbClr val="F0F6FC"/>
              </a:buClr>
              <a:buSzPts val="1500"/>
              <a:buChar char="●"/>
            </a:pPr>
            <a:r>
              <a:rPr lang="en" sz="1500" u="sng">
                <a:solidFill>
                  <a:schemeClr val="hlink"/>
                </a:solidFill>
                <a:highlight>
                  <a:schemeClr val="dk1"/>
                </a:highlight>
                <a:hlinkClick r:id="rId4"/>
              </a:rPr>
              <a:t>Basic Workflows + AI</a:t>
            </a:r>
            <a:endParaRPr sz="1500" u="sng">
              <a:solidFill>
                <a:srgbClr val="4493F8"/>
              </a:solidFill>
              <a:highlight>
                <a:schemeClr val="dk1"/>
              </a:highlight>
            </a:endParaRPr>
          </a:p>
          <a:p>
            <a:pPr indent="-323850" lvl="0" marL="457200" rtl="0" algn="l">
              <a:lnSpc>
                <a:spcPct val="115000"/>
              </a:lnSpc>
              <a:spcBef>
                <a:spcPts val="0"/>
              </a:spcBef>
              <a:spcAft>
                <a:spcPts val="0"/>
              </a:spcAft>
              <a:buClr>
                <a:srgbClr val="F0F6FC"/>
              </a:buClr>
              <a:buSzPts val="1500"/>
              <a:buChar char="●"/>
            </a:pPr>
            <a:r>
              <a:rPr lang="en" sz="1500" u="sng">
                <a:solidFill>
                  <a:schemeClr val="hlink"/>
                </a:solidFill>
                <a:highlight>
                  <a:schemeClr val="dk1"/>
                </a:highlight>
                <a:hlinkClick r:id="rId5"/>
              </a:rPr>
              <a:t>Chatbots + Troubleshooting</a:t>
            </a:r>
            <a:endParaRPr sz="1500" u="sng">
              <a:solidFill>
                <a:srgbClr val="4493F8"/>
              </a:solidFill>
              <a:highlight>
                <a:schemeClr val="dk1"/>
              </a:highlight>
            </a:endParaRPr>
          </a:p>
          <a:p>
            <a:pPr indent="0" lvl="0" marL="0" rtl="0" algn="l">
              <a:lnSpc>
                <a:spcPct val="125000"/>
              </a:lnSpc>
              <a:spcBef>
                <a:spcPts val="1800"/>
              </a:spcBef>
              <a:spcAft>
                <a:spcPts val="0"/>
              </a:spcAft>
              <a:buNone/>
            </a:pPr>
            <a:r>
              <a:t/>
            </a:r>
            <a:endParaRPr sz="1200" u="sng">
              <a:solidFill>
                <a:srgbClr val="4493F8"/>
              </a:solidFill>
              <a:highlight>
                <a:schemeClr val="dk1"/>
              </a:highlight>
            </a:endParaRPr>
          </a:p>
          <a:p>
            <a:pPr indent="0" lvl="0" marL="457200" rtl="0" algn="l">
              <a:lnSpc>
                <a:spcPct val="115000"/>
              </a:lnSpc>
              <a:spcBef>
                <a:spcPts val="1200"/>
              </a:spcBef>
              <a:spcAft>
                <a:spcPts val="0"/>
              </a:spcAft>
              <a:buNone/>
            </a:pPr>
            <a:r>
              <a:t/>
            </a:r>
            <a:endParaRPr b="1" sz="2400">
              <a:solidFill>
                <a:srgbClr val="F0F6FC"/>
              </a:solidFill>
              <a:highlight>
                <a:schemeClr val="dk1"/>
              </a:highlight>
            </a:endParaRPr>
          </a:p>
        </p:txBody>
      </p:sp>
      <p:pic>
        <p:nvPicPr>
          <p:cNvPr id="527" name="Google Shape;527;p49"/>
          <p:cNvPicPr preferRelativeResize="0"/>
          <p:nvPr/>
        </p:nvPicPr>
        <p:blipFill>
          <a:blip r:embed="rId6">
            <a:alphaModFix/>
          </a:blip>
          <a:stretch>
            <a:fillRect/>
          </a:stretch>
        </p:blipFill>
        <p:spPr>
          <a:xfrm flipH="1">
            <a:off x="4281074" y="1716175"/>
            <a:ext cx="894426" cy="894426"/>
          </a:xfrm>
          <a:prstGeom prst="rect">
            <a:avLst/>
          </a:prstGeom>
          <a:noFill/>
          <a:ln>
            <a:noFill/>
          </a:ln>
        </p:spPr>
      </p:pic>
      <p:sp>
        <p:nvSpPr>
          <p:cNvPr id="528" name="Google Shape;528;p49"/>
          <p:cNvSpPr txBox="1"/>
          <p:nvPr>
            <p:ph idx="4" type="title"/>
          </p:nvPr>
        </p:nvSpPr>
        <p:spPr>
          <a:xfrm>
            <a:off x="5350350" y="1716175"/>
            <a:ext cx="2155200" cy="894300"/>
          </a:xfrm>
          <a:prstGeom prst="rect">
            <a:avLst/>
          </a:prstGeom>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lnSpc>
                <a:spcPct val="80000"/>
              </a:lnSpc>
              <a:spcBef>
                <a:spcPts val="0"/>
              </a:spcBef>
              <a:spcAft>
                <a:spcPts val="0"/>
              </a:spcAft>
              <a:buSzPts val="2800"/>
              <a:buNone/>
            </a:pPr>
            <a:r>
              <a:rPr lang="en" sz="1500">
                <a:solidFill>
                  <a:srgbClr val="BF9000"/>
                </a:solidFill>
              </a:rPr>
              <a:t>Jose Romero</a:t>
            </a:r>
            <a:endParaRPr sz="1500">
              <a:solidFill>
                <a:srgbClr val="BF9000"/>
              </a:solidFill>
            </a:endParaRPr>
          </a:p>
          <a:p>
            <a:pPr indent="0" lvl="0" marL="0" rtl="0" algn="l">
              <a:lnSpc>
                <a:spcPct val="80000"/>
              </a:lnSpc>
              <a:spcBef>
                <a:spcPts val="0"/>
              </a:spcBef>
              <a:spcAft>
                <a:spcPts val="0"/>
              </a:spcAft>
              <a:buSzPts val="2800"/>
              <a:buNone/>
            </a:pPr>
            <a:r>
              <a:rPr lang="en" sz="1000">
                <a:solidFill>
                  <a:srgbClr val="BF9000"/>
                </a:solidFill>
              </a:rPr>
              <a:t>Sharing is caring</a:t>
            </a:r>
            <a:endParaRPr sz="1000">
              <a:solidFill>
                <a:srgbClr val="BF9000"/>
              </a:solidFill>
            </a:endParaRPr>
          </a:p>
          <a:p>
            <a:pPr indent="0" lvl="0" marL="0" rtl="0" algn="l">
              <a:lnSpc>
                <a:spcPct val="80000"/>
              </a:lnSpc>
              <a:spcBef>
                <a:spcPts val="0"/>
              </a:spcBef>
              <a:spcAft>
                <a:spcPts val="0"/>
              </a:spcAft>
              <a:buSzPts val="2800"/>
              <a:buNone/>
            </a:pPr>
            <a:r>
              <a:t/>
            </a:r>
            <a:endParaRPr sz="1000">
              <a:solidFill>
                <a:srgbClr val="BF9000"/>
              </a:solidFill>
            </a:endParaRPr>
          </a:p>
          <a:p>
            <a:pPr indent="0" lvl="0" marL="0" rtl="0" algn="l">
              <a:lnSpc>
                <a:spcPct val="80000"/>
              </a:lnSpc>
              <a:spcBef>
                <a:spcPts val="0"/>
              </a:spcBef>
              <a:spcAft>
                <a:spcPts val="0"/>
              </a:spcAft>
              <a:buSzPts val="2800"/>
              <a:buNone/>
            </a:pPr>
            <a:r>
              <a:rPr lang="en" sz="1000" u="sng">
                <a:solidFill>
                  <a:schemeClr val="hlink"/>
                </a:solidFill>
                <a:hlinkClick r:id="rId7"/>
              </a:rPr>
              <a:t>jose.romero@aladroc.io</a:t>
            </a:r>
            <a:endParaRPr sz="1000">
              <a:solidFill>
                <a:srgbClr val="BF9000"/>
              </a:solidFill>
            </a:endParaRPr>
          </a:p>
          <a:p>
            <a:pPr indent="0" lvl="0" marL="0" rtl="0" algn="l">
              <a:lnSpc>
                <a:spcPct val="150000"/>
              </a:lnSpc>
              <a:spcBef>
                <a:spcPts val="0"/>
              </a:spcBef>
              <a:spcAft>
                <a:spcPts val="0"/>
              </a:spcAft>
              <a:buSzPts val="2800"/>
              <a:buNone/>
            </a:pPr>
            <a:r>
              <a:rPr lang="en" sz="1000">
                <a:solidFill>
                  <a:srgbClr val="BF9000"/>
                </a:solidFill>
              </a:rPr>
              <a:t>https://github.com/aladrocMatiner</a:t>
            </a:r>
            <a:endParaRPr sz="1000">
              <a:solidFill>
                <a:srgbClr val="BF9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434343"/>
      </a:lt1>
      <a:dk2>
        <a:srgbClr val="B7B7B7"/>
      </a:dk2>
      <a:lt2>
        <a:srgbClr val="E7E7E7"/>
      </a:lt2>
      <a:accent1>
        <a:srgbClr val="007E6C"/>
      </a:accent1>
      <a:accent2>
        <a:srgbClr val="00E58E"/>
      </a:accent2>
      <a:accent3>
        <a:srgbClr val="CF94B4"/>
      </a:accent3>
      <a:accent4>
        <a:srgbClr val="F6B5D3"/>
      </a:accent4>
      <a:accent5>
        <a:srgbClr val="FFF269"/>
      </a:accent5>
      <a:accent6>
        <a:srgbClr val="F8ED89"/>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